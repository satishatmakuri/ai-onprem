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9905695"/>
  <p:notesSz cx="9905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ANNOUNCEMENT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YYYY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783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2560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983480" y="41148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411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V0.0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5943600" cy="1133856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3227832"/>
            <a:ext cx="457200" cy="457200"/>
          </a:xfrm>
          <a:prstGeom prst="ellipse">
            <a:avLst/>
          </a:prstGeom>
          <a:solidFill>
            <a:srgbClr val="C084FC">
              <a:alpha val="22000"/>
            </a:srgbClr>
          </a:solidFill>
          <a:ln w="15875">
            <a:solidFill>
              <a:srgbClr val="C084F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37560"/>
            <a:ext cx="237744" cy="23774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3444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32186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49300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4306824"/>
            <a:ext cx="5943600" cy="1133856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" y="4471416"/>
            <a:ext cx="457200" cy="457200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81144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234440" y="4443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3429000" y="44622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1234440" y="473659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7200" y="5550408"/>
            <a:ext cx="5943600" cy="1133856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1792" y="5715000"/>
            <a:ext cx="457200" cy="457200"/>
          </a:xfrm>
          <a:prstGeom prst="ellipse">
            <a:avLst/>
          </a:prstGeom>
          <a:solidFill>
            <a:srgbClr val="FB923C">
              <a:alpha val="22000"/>
            </a:srgbClr>
          </a:solidFill>
          <a:ln w="15875">
            <a:solidFill>
              <a:srgbClr val="FB923C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824728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234440" y="5687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03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3429000" y="570585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1234440" y="5980176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57200" y="6793992"/>
            <a:ext cx="5943600" cy="1133856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472B6">
                <a:alpha val="5500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21792" y="6958584"/>
            <a:ext cx="457200" cy="457200"/>
          </a:xfrm>
          <a:prstGeom prst="ellipse">
            <a:avLst/>
          </a:prstGeom>
          <a:solidFill>
            <a:srgbClr val="F472B6">
              <a:alpha val="22000"/>
            </a:srgbClr>
          </a:solidFill>
          <a:ln w="15875">
            <a:solidFill>
              <a:srgbClr val="F472B6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7068312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234440" y="6931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04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3429000" y="69494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1234440" y="72237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57200" y="8037576"/>
            <a:ext cx="5943600" cy="1133856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21792" y="8202168"/>
            <a:ext cx="457200" cy="457200"/>
          </a:xfrm>
          <a:prstGeom prst="ellipse">
            <a:avLst/>
          </a:prstGeom>
          <a:solidFill>
            <a:srgbClr val="60A5FA">
              <a:alpha val="22000"/>
            </a:srgbClr>
          </a:solidFill>
          <a:ln w="15875">
            <a:solidFill>
              <a:srgbClr val="60A5FA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8311896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234440" y="8174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05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3429000" y="819302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38" name="Text 31"/>
          <p:cNvSpPr txBox="1"/>
          <p:nvPr/>
        </p:nvSpPr>
        <p:spPr>
          <a:xfrm>
            <a:off x="1234440" y="8467344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93451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Organization name  ·  contact@company.com  ·  portal.link</a:t>
            </a:r>
            <a:endParaRPr lang="en-US" sz="950" dirty="0"/>
          </a:p>
        </p:txBody>
      </p:sp>
      <p:pic>
        <p:nvPicPr>
          <p:cNvPr id="40" name="Image 5" descr="AI spark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7725" y="1675181"/>
            <a:ext cx="521208" cy="5212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6126480" cy="2286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58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V0.0  ·  MONTH YYYY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9601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</a:t>
            </a:r>
            <a:endParaRPr lang="en-US" sz="6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901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 — release highlights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434840" y="566928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0" y="56692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166360" y="56692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34840" y="1225296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0" y="122529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166360" y="122529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434840" y="1883664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188366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166360" y="1883664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onboarded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37490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F0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303580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13639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456432" y="3054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66928" y="356616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01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66928" y="384048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566928" y="4096512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297680" y="2834640"/>
            <a:ext cx="2194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F0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498848" y="303580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DF2F8"/>
          </a:solidFill>
          <a:ln w="12700">
            <a:solidFill>
              <a:srgbClr val="FDF2F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3136392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833872" y="3054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498848" y="3566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02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4498848" y="384048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4498848" y="420624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365760" y="5074920"/>
            <a:ext cx="2194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F0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66928" y="52760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376672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901952" y="5294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566928" y="580644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03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566928" y="608076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566928" y="644652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2743200" y="5074920"/>
            <a:ext cx="37490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F0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2944368" y="52760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4952" y="5376672"/>
            <a:ext cx="219456" cy="219456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5833872" y="5294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2944368" y="580644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04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2944368" y="608076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2944368" y="6336792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365760" y="7315200"/>
            <a:ext cx="374904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E5E7F0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566928" y="751636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7616952"/>
            <a:ext cx="219456" cy="219456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3456432" y="7534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566928" y="804672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05</a:t>
            </a:r>
            <a:endParaRPr lang="en-US" sz="1300" dirty="0"/>
          </a:p>
        </p:txBody>
      </p:sp>
      <p:sp>
        <p:nvSpPr>
          <p:cNvPr id="48" name="Text 40"/>
          <p:cNvSpPr txBox="1"/>
          <p:nvPr/>
        </p:nvSpPr>
        <p:spPr>
          <a:xfrm>
            <a:off x="566928" y="832104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566928" y="8577072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4297680" y="7315200"/>
            <a:ext cx="2194560" cy="2011680"/>
          </a:xfrm>
          <a:prstGeom prst="roundRect">
            <a:avLst>
              <a:gd name="adj" fmla="val 818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7543800"/>
            <a:ext cx="274320" cy="274320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4526280" y="8046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</a:t>
            </a:r>
            <a:endParaRPr lang="en-US" sz="1600" dirty="0"/>
          </a:p>
        </p:txBody>
      </p:sp>
      <p:sp>
        <p:nvSpPr>
          <p:cNvPr id="53" name="Text 44"/>
          <p:cNvSpPr txBox="1"/>
          <p:nvPr/>
        </p:nvSpPr>
        <p:spPr>
          <a:xfrm>
            <a:off x="4526280" y="8412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portal.link / docs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team channel</a:t>
            </a:r>
            <a:endParaRPr lang="en-US" sz="1000" dirty="0"/>
          </a:p>
        </p:txBody>
      </p:sp>
      <p:sp>
        <p:nvSpPr>
          <p:cNvPr id="54" name="Text 45"/>
          <p:cNvSpPr txBox="1"/>
          <p:nvPr/>
        </p:nvSpPr>
        <p:spPr>
          <a:xfrm>
            <a:off x="365760" y="947318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Organization name  ·  contact@company.com</a:t>
            </a:r>
            <a:endParaRPr lang="en-US" sz="950" dirty="0"/>
          </a:p>
        </p:txBody>
      </p:sp>
      <p:pic>
        <p:nvPicPr>
          <p:cNvPr id="55" name="Image 7" descr="AI spark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4755" y="848563"/>
            <a:ext cx="538582" cy="5385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6F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RELEASE_V0.0  ::  MONTH YYYY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686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AI is ON_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for platform, workflows &amp; infrastructure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" y="3337560"/>
            <a:ext cx="0" cy="4901184"/>
          </a:xfrm>
          <a:prstGeom prst="line">
            <a:avLst/>
          </a:prstGeom>
          <a:noFill/>
          <a:ln w="1905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172968"/>
            <a:ext cx="365760" cy="365760"/>
          </a:xfrm>
          <a:prstGeom prst="ellipse">
            <a:avLst/>
          </a:prstGeom>
          <a:solidFill>
            <a:srgbClr val="03111A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3154680"/>
            <a:ext cx="5303520" cy="1115568"/>
          </a:xfrm>
          <a:prstGeom prst="rect">
            <a:avLst/>
          </a:prstGeom>
          <a:solidFill>
            <a:srgbClr val="0A2A33">
              <a:alpha val="75000"/>
            </a:srgbClr>
          </a:solidFill>
          <a:ln w="9525">
            <a:solidFill>
              <a:srgbClr val="00E5FF">
                <a:alpha val="45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3300984"/>
            <a:ext cx="219456" cy="2194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3282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NAME 01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331012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261872" y="3611880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0352" y="4398264"/>
            <a:ext cx="365760" cy="365760"/>
          </a:xfrm>
          <a:prstGeom prst="ellipse">
            <a:avLst/>
          </a:prstGeom>
          <a:solidFill>
            <a:srgbClr val="03111A"/>
          </a:solidFill>
          <a:ln w="25400">
            <a:solidFill>
              <a:srgbClr val="B6FF3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0352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97280" y="4379976"/>
            <a:ext cx="5303520" cy="1115568"/>
          </a:xfrm>
          <a:prstGeom prst="rect">
            <a:avLst/>
          </a:prstGeom>
          <a:solidFill>
            <a:srgbClr val="0A2A33">
              <a:alpha val="75000"/>
            </a:srgbClr>
          </a:solidFill>
          <a:ln w="9525">
            <a:solidFill>
              <a:srgbClr val="00E5FF">
                <a:alpha val="45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452628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600200" y="4507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6F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NAME 02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3840480" y="453542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261872" y="4837176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30352" y="5623560"/>
            <a:ext cx="365760" cy="365760"/>
          </a:xfrm>
          <a:prstGeom prst="ellipse">
            <a:avLst/>
          </a:prstGeom>
          <a:solidFill>
            <a:srgbClr val="03111A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30352" y="5623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097280" y="5605272"/>
            <a:ext cx="5303520" cy="1115568"/>
          </a:xfrm>
          <a:prstGeom prst="rect">
            <a:avLst/>
          </a:prstGeom>
          <a:solidFill>
            <a:srgbClr val="0A2A33">
              <a:alpha val="75000"/>
            </a:srgbClr>
          </a:solidFill>
          <a:ln w="9525">
            <a:solidFill>
              <a:srgbClr val="00E5FF">
                <a:alpha val="4500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5751576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600200" y="5733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NAME 03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3840480" y="576072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261872" y="6062472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30352" y="6848856"/>
            <a:ext cx="365760" cy="365760"/>
          </a:xfrm>
          <a:prstGeom prst="ellipse">
            <a:avLst/>
          </a:prstGeom>
          <a:solidFill>
            <a:srgbClr val="03111A"/>
          </a:solidFill>
          <a:ln w="25400">
            <a:solidFill>
              <a:srgbClr val="B6FF3B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30352" y="6848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1097280" y="6830568"/>
            <a:ext cx="5303520" cy="1115568"/>
          </a:xfrm>
          <a:prstGeom prst="rect">
            <a:avLst/>
          </a:prstGeom>
          <a:solidFill>
            <a:srgbClr val="0A2A33">
              <a:alpha val="75000"/>
            </a:srgbClr>
          </a:solidFill>
          <a:ln w="9525">
            <a:solidFill>
              <a:srgbClr val="00E5FF">
                <a:alpha val="45000"/>
              </a:srgb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6976872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600200" y="6958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6F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NAME 04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3840480" y="698601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261872" y="728776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530352" y="8074152"/>
            <a:ext cx="365760" cy="365760"/>
          </a:xfrm>
          <a:prstGeom prst="ellipse">
            <a:avLst/>
          </a:prstGeom>
          <a:solidFill>
            <a:srgbClr val="03111A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530352" y="8074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1097280" y="8055864"/>
            <a:ext cx="5303520" cy="1115568"/>
          </a:xfrm>
          <a:prstGeom prst="rect">
            <a:avLst/>
          </a:prstGeom>
          <a:solidFill>
            <a:srgbClr val="0A2A33">
              <a:alpha val="75000"/>
            </a:srgbClr>
          </a:solidFill>
          <a:ln w="9525">
            <a:solidFill>
              <a:srgbClr val="00E5FF">
                <a:alpha val="45000"/>
              </a:srgbClr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872" y="8202168"/>
            <a:ext cx="219456" cy="219456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600200" y="8183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NAME 05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3840480" y="82113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1261872" y="8513064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457200" y="9372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Team / Organization ]  ·  contact@company.com  ·  portal.link</a:t>
            </a:r>
            <a:endParaRPr lang="en-US" sz="900" dirty="0"/>
          </a:p>
        </p:txBody>
      </p:sp>
      <p:pic>
        <p:nvPicPr>
          <p:cNvPr id="43" name="Image 5" descr="AI spark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2070" y="751637"/>
            <a:ext cx="573329" cy="5733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LIVE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0" y="484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YYYY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896112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</a:t>
            </a:r>
            <a:endParaRPr lang="en-US" sz="100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2984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ON. </a:t>
            </a:r>
            <a:pPr indent="0" marL="0">
              <a:buNone/>
            </a:pPr>
            <a:r>
              <a:rPr lang="en-US" sz="15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new in this release, in one place.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5943600" cy="1508760"/>
          </a:xfrm>
          <a:prstGeom prst="roundRect">
            <a:avLst>
              <a:gd name="adj" fmla="val 12121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12052E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3145536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246120"/>
            <a:ext cx="219456" cy="2194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532120" y="30358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C3AED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3145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01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401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70332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4681728"/>
            <a:ext cx="2871216" cy="210312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12052E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4901184"/>
            <a:ext cx="420624" cy="420624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5001768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459736" y="479145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B2777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" y="545896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02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85800" y="573328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" y="6025896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529584" y="4681728"/>
            <a:ext cx="2871216" cy="210312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12052E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758184" y="4901184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768" y="5001768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532120" y="479145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563EB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Text 21"/>
          <p:cNvSpPr txBox="1"/>
          <p:nvPr/>
        </p:nvSpPr>
        <p:spPr>
          <a:xfrm>
            <a:off x="3758184" y="545896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03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3758184" y="573328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3758184" y="6025896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57200" y="7013448"/>
            <a:ext cx="2871216" cy="210312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12052E">
                <a:alpha val="3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85800" y="7232904"/>
            <a:ext cx="420624" cy="42062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7333488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2459736" y="712317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580C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33" name="Text 27"/>
          <p:cNvSpPr txBox="1"/>
          <p:nvPr/>
        </p:nvSpPr>
        <p:spPr>
          <a:xfrm>
            <a:off x="685800" y="779068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04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685800" y="806500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685800" y="8357616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3529584" y="7013448"/>
            <a:ext cx="2871216" cy="210312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12052E">
                <a:alpha val="3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3758184" y="7232904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768" y="7333488"/>
            <a:ext cx="219456" cy="219456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5532120" y="712317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891B2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40" name="Text 33"/>
          <p:cNvSpPr txBox="1"/>
          <p:nvPr/>
        </p:nvSpPr>
        <p:spPr>
          <a:xfrm>
            <a:off x="3758184" y="779068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05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3758184" y="806500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3758184" y="8357616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43" name="Text 36"/>
          <p:cNvSpPr txBox="1"/>
          <p:nvPr/>
        </p:nvSpPr>
        <p:spPr>
          <a:xfrm>
            <a:off x="457200" y="9345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Organization name  ·  contact@company.com  ·  portal.link</a:t>
            </a:r>
            <a:endParaRPr lang="en-US" sz="950" dirty="0"/>
          </a:p>
        </p:txBody>
      </p:sp>
      <p:pic>
        <p:nvPicPr>
          <p:cNvPr id="44" name="Image 5" descr="AI spark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9232" y="727862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48840" y="45720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6EE7B7">
                <a:alpha val="7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148840" y="4572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V0.0  ·  MONTH YYYY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0" b="1" spc="10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594360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12700" dir="5400000">
              <a:srgbClr val="022C22">
                <a:alpha val="9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957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across the platform this release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0F172A">
              <a:alpha val="65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3200400"/>
            <a:ext cx="402336" cy="402336"/>
          </a:xfrm>
          <a:prstGeom prst="ellipse">
            <a:avLst/>
          </a:prstGeom>
          <a:solidFill>
            <a:srgbClr val="34D399">
              <a:alpha val="20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300984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32186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7124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01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487168" y="3200400"/>
            <a:ext cx="0" cy="73152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51760" y="31729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651760" y="34290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4233672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0F172A">
              <a:alpha val="65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4416552"/>
            <a:ext cx="402336" cy="402336"/>
          </a:xfrm>
          <a:prstGeom prst="ellipse">
            <a:avLst/>
          </a:prstGeom>
          <a:solidFill>
            <a:srgbClr val="22D3EE">
              <a:alpha val="20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51713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88720" y="4434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658368" y="49286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02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2487168" y="4416552"/>
            <a:ext cx="0" cy="73152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651760" y="4389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2651760" y="464515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57200" y="5449824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0F172A">
              <a:alpha val="6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58368" y="5632704"/>
            <a:ext cx="402336" cy="402336"/>
          </a:xfrm>
          <a:prstGeom prst="ellipse">
            <a:avLst/>
          </a:prstGeom>
          <a:solidFill>
            <a:srgbClr val="A78BFA">
              <a:alpha val="20000"/>
            </a:srgbClr>
          </a:solidFill>
          <a:ln w="15875">
            <a:solidFill>
              <a:srgbClr val="A78B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733288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188720" y="56509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658368" y="6144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03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2487168" y="5632704"/>
            <a:ext cx="0" cy="73152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2651760" y="56052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2651760" y="586130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57200" y="6665976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0F172A">
              <a:alpha val="65000"/>
            </a:srgbClr>
          </a:solidFill>
          <a:ln w="12700">
            <a:solidFill>
              <a:srgbClr val="F472B6">
                <a:alpha val="5000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58368" y="6848856"/>
            <a:ext cx="402336" cy="402336"/>
          </a:xfrm>
          <a:prstGeom prst="ellipse">
            <a:avLst/>
          </a:prstGeom>
          <a:solidFill>
            <a:srgbClr val="F472B6">
              <a:alpha val="20000"/>
            </a:srgbClr>
          </a:solidFill>
          <a:ln w="15875">
            <a:solidFill>
              <a:srgbClr val="F472B6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6949440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188720" y="68671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35" name="Text 29"/>
          <p:cNvSpPr txBox="1"/>
          <p:nvPr/>
        </p:nvSpPr>
        <p:spPr>
          <a:xfrm>
            <a:off x="658368" y="7360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04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2487168" y="6848856"/>
            <a:ext cx="0" cy="73152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2651760" y="68214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38" name="Text 32"/>
          <p:cNvSpPr txBox="1"/>
          <p:nvPr/>
        </p:nvSpPr>
        <p:spPr>
          <a:xfrm>
            <a:off x="2651760" y="707745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457200" y="7882128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0F172A">
              <a:alpha val="65000"/>
            </a:srgbClr>
          </a:solidFill>
          <a:ln w="1270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658368" y="8065008"/>
            <a:ext cx="402336" cy="402336"/>
          </a:xfrm>
          <a:prstGeom prst="ellipse">
            <a:avLst/>
          </a:prstGeom>
          <a:solidFill>
            <a:srgbClr val="60A5FA">
              <a:alpha val="20000"/>
            </a:srgbClr>
          </a:solidFill>
          <a:ln w="15875">
            <a:solidFill>
              <a:srgbClr val="60A5FA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8165592"/>
            <a:ext cx="201168" cy="201168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188720" y="80832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43" name="Text 36"/>
          <p:cNvSpPr txBox="1"/>
          <p:nvPr/>
        </p:nvSpPr>
        <p:spPr>
          <a:xfrm>
            <a:off x="658368" y="8577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05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2487168" y="8065008"/>
            <a:ext cx="0" cy="73152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2651760" y="80375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46" name="Text 39"/>
          <p:cNvSpPr txBox="1"/>
          <p:nvPr/>
        </p:nvSpPr>
        <p:spPr>
          <a:xfrm>
            <a:off x="2651760" y="829360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950" dirty="0"/>
          </a:p>
        </p:txBody>
      </p:sp>
      <p:sp>
        <p:nvSpPr>
          <p:cNvPr id="47" name="Text 40"/>
          <p:cNvSpPr txBox="1"/>
          <p:nvPr/>
        </p:nvSpPr>
        <p:spPr>
          <a:xfrm>
            <a:off x="457200" y="9345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Organization name  ·  contact@company.com  ·  portal.link</a:t>
            </a:r>
            <a:endParaRPr lang="en-US" sz="950" dirty="0"/>
          </a:p>
        </p:txBody>
      </p:sp>
      <p:pic>
        <p:nvPicPr>
          <p:cNvPr id="48" name="Image 5" descr="AI spark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3575" y="776326"/>
            <a:ext cx="69494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V0.0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384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3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YYYY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59436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5400000">
              <a:srgbClr val="DB2777">
                <a:alpha val="8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0" b="1" spc="1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</a:t>
            </a:r>
            <a:endParaRPr lang="en-US" sz="8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529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401568"/>
            <a:ext cx="2871216" cy="2011680"/>
          </a:xfrm>
          <a:prstGeom prst="roundRect">
            <a:avLst>
              <a:gd name="adj" fmla="val 6364"/>
            </a:avLst>
          </a:prstGeom>
          <a:solidFill>
            <a:srgbClr val="150A2E">
              <a:alpha val="88000"/>
            </a:srgbClr>
          </a:solidFill>
          <a:ln w="15875">
            <a:solidFill>
              <a:srgbClr val="F472B6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360273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472B6">
              <a:alpha val="18000"/>
            </a:srgbClr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703320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8368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44439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479145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529584" y="3401568"/>
            <a:ext cx="2871216" cy="2011680"/>
          </a:xfrm>
          <a:prstGeom prst="roundRect">
            <a:avLst>
              <a:gd name="adj" fmla="val 6364"/>
            </a:avLst>
          </a:prstGeom>
          <a:solidFill>
            <a:srgbClr val="150A2E">
              <a:alpha val="88000"/>
            </a:srgbClr>
          </a:solidFill>
          <a:ln w="15875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30752" y="360273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336" y="370332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730752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730752" y="44439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3730752" y="479145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57200" y="5577840"/>
            <a:ext cx="5943600" cy="1417320"/>
          </a:xfrm>
          <a:prstGeom prst="roundRect">
            <a:avLst>
              <a:gd name="adj" fmla="val 9032"/>
            </a:avLst>
          </a:prstGeom>
          <a:solidFill>
            <a:srgbClr val="150A2E">
              <a:alpha val="88000"/>
            </a:srgbClr>
          </a:solidFill>
          <a:ln w="15875">
            <a:solidFill>
              <a:srgbClr val="FACC15">
                <a:alpha val="8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8368" y="577900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ACC15">
              <a:alpha val="18000"/>
            </a:srgbClr>
          </a:solidFill>
          <a:ln w="12700">
            <a:solidFill>
              <a:srgbClr val="FACC1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87959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34440" y="5779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03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234440" y="60350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658368" y="6345936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57200" y="7159752"/>
            <a:ext cx="2871216" cy="2011680"/>
          </a:xfrm>
          <a:prstGeom prst="roundRect">
            <a:avLst>
              <a:gd name="adj" fmla="val 6364"/>
            </a:avLst>
          </a:prstGeom>
          <a:solidFill>
            <a:srgbClr val="150A2E">
              <a:alpha val="88000"/>
            </a:srgbClr>
          </a:solidFill>
          <a:ln w="15875">
            <a:solidFill>
              <a:srgbClr val="C084FC">
                <a:alpha val="80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58368" y="73609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84FC">
              <a:alpha val="18000"/>
            </a:srgbClr>
          </a:solidFill>
          <a:ln w="12700">
            <a:solidFill>
              <a:srgbClr val="C084F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7461504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58368" y="7927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04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58368" y="82021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658368" y="854964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529584" y="7159752"/>
            <a:ext cx="2871216" cy="2011680"/>
          </a:xfrm>
          <a:prstGeom prst="roundRect">
            <a:avLst>
              <a:gd name="adj" fmla="val 6364"/>
            </a:avLst>
          </a:prstGeom>
          <a:solidFill>
            <a:srgbClr val="150A2E">
              <a:alpha val="88000"/>
            </a:srgbClr>
          </a:solidFill>
          <a:ln w="15875">
            <a:solidFill>
              <a:srgbClr val="FB7185">
                <a:alpha val="8000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730752" y="73609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B7185">
              <a:alpha val="18000"/>
            </a:srgbClr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336" y="7461504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3730752" y="7927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05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3730752" y="82021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3730752" y="854964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36" name="Text 29"/>
          <p:cNvSpPr txBox="1"/>
          <p:nvPr/>
        </p:nvSpPr>
        <p:spPr>
          <a:xfrm>
            <a:off x="457200" y="9400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Organization name  ·  contact@company.com  ·  portal.link</a:t>
            </a:r>
            <a:endParaRPr lang="en-US" sz="950" dirty="0"/>
          </a:p>
        </p:txBody>
      </p:sp>
      <p:pic>
        <p:nvPicPr>
          <p:cNvPr id="37" name="Image 5" descr="AI spark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0326" y="422453"/>
            <a:ext cx="729691" cy="7296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3B82F6">
              <a:alpha val="3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V0.0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96112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</a:t>
            </a:r>
            <a:endParaRPr lang="en-US" sz="7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019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YYYY  ·  Release highlights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5943600" cy="1152144"/>
          </a:xfrm>
          <a:prstGeom prst="roundRect">
            <a:avLst>
              <a:gd name="adj" fmla="val 9524"/>
            </a:avLst>
          </a:prstGeom>
          <a:solidFill>
            <a:srgbClr val="0B1640">
              <a:alpha val="75000"/>
            </a:srgbClr>
          </a:solidFill>
          <a:ln w="1270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310896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31089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01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31455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7472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5742432" y="3538728"/>
            <a:ext cx="420624" cy="42062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57200" y="4215384"/>
            <a:ext cx="5943600" cy="1152144"/>
          </a:xfrm>
          <a:prstGeom prst="roundRect">
            <a:avLst>
              <a:gd name="adj" fmla="val 9524"/>
            </a:avLst>
          </a:prstGeom>
          <a:solidFill>
            <a:srgbClr val="0B1640">
              <a:alpha val="75000"/>
            </a:srgbClr>
          </a:solidFill>
          <a:ln w="12700">
            <a:solidFill>
              <a:srgbClr val="0EA5E9">
                <a:alpha val="6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" y="4352544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" y="43525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02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2788920" y="4389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471830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5742432" y="4782312"/>
            <a:ext cx="420624" cy="42062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57200" y="5458968"/>
            <a:ext cx="5943600" cy="1152144"/>
          </a:xfrm>
          <a:prstGeom prst="roundRect">
            <a:avLst>
              <a:gd name="adj" fmla="val 9524"/>
            </a:avLst>
          </a:prstGeom>
          <a:solidFill>
            <a:srgbClr val="0B1640">
              <a:alpha val="75000"/>
            </a:srgbClr>
          </a:solidFill>
          <a:ln w="12700">
            <a:solidFill>
              <a:srgbClr val="F97316">
                <a:alpha val="6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1792" y="5596128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1792" y="55961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03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2788920" y="5632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731520" y="596188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5742432" y="6025896"/>
            <a:ext cx="420624" cy="42062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57200" y="6702552"/>
            <a:ext cx="5943600" cy="1152144"/>
          </a:xfrm>
          <a:prstGeom prst="roundRect">
            <a:avLst>
              <a:gd name="adj" fmla="val 9524"/>
            </a:avLst>
          </a:prstGeom>
          <a:solidFill>
            <a:srgbClr val="0B1640">
              <a:alpha val="75000"/>
            </a:srgbClr>
          </a:solidFill>
          <a:ln w="12700">
            <a:solidFill>
              <a:srgbClr val="10B981">
                <a:alpha val="6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21792" y="6839712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21792" y="68397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04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2788920" y="6876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720547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5742432" y="7269480"/>
            <a:ext cx="420624" cy="420624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457200" y="7946136"/>
            <a:ext cx="5943600" cy="1152144"/>
          </a:xfrm>
          <a:prstGeom prst="roundRect">
            <a:avLst>
              <a:gd name="adj" fmla="val 9524"/>
            </a:avLst>
          </a:prstGeom>
          <a:solidFill>
            <a:srgbClr val="0B1640">
              <a:alpha val="75000"/>
            </a:srgbClr>
          </a:solidFill>
          <a:ln w="12700">
            <a:solidFill>
              <a:srgbClr val="3B82F6">
                <a:alpha val="6500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21792" y="8083296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21792" y="80832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05</a:t>
            </a:r>
            <a:endParaRPr lang="en-US" sz="1150" dirty="0"/>
          </a:p>
        </p:txBody>
      </p:sp>
      <p:sp>
        <p:nvSpPr>
          <p:cNvPr id="34" name="Text 28"/>
          <p:cNvSpPr txBox="1"/>
          <p:nvPr/>
        </p:nvSpPr>
        <p:spPr>
          <a:xfrm>
            <a:off x="2788920" y="8119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35" name="Text 29"/>
          <p:cNvSpPr txBox="1"/>
          <p:nvPr/>
        </p:nvSpPr>
        <p:spPr>
          <a:xfrm>
            <a:off x="731520" y="844905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5742432" y="8513064"/>
            <a:ext cx="420624" cy="420624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457200" y="9345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Organization name  ·  contact@company.com  ·  portal.link</a:t>
            </a:r>
            <a:endParaRPr lang="en-US" sz="950" dirty="0"/>
          </a:p>
        </p:txBody>
      </p:sp>
      <p:pic>
        <p:nvPicPr>
          <p:cNvPr id="38" name="Image 5" descr="AI spark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7674" y="772668"/>
            <a:ext cx="608076" cy="6080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SEMICONDUCTOR-GRADE AI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772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26771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2677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V0.0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YYYY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2871216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316382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3236976"/>
            <a:ext cx="310896" cy="31089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58368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40233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437083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529584" y="3017520"/>
            <a:ext cx="2871216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30752" y="316382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0AB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3236976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730752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02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3730752" y="40233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3730752" y="437083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57200" y="5193792"/>
            <a:ext cx="2871216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58368" y="5340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5413248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58368" y="5925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03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58368" y="61996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58368" y="654710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529584" y="5193792"/>
            <a:ext cx="2871216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3730752" y="5340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5413248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3730752" y="5925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3730752" y="61996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3730752" y="654710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57200" y="7370064"/>
            <a:ext cx="5943600" cy="1572768"/>
          </a:xfrm>
          <a:prstGeom prst="roundRect">
            <a:avLst>
              <a:gd name="adj" fmla="val 814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58368" y="751636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7589520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554480" y="7552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05</a:t>
            </a:r>
            <a:endParaRPr lang="en-US" sz="1350" dirty="0"/>
          </a:p>
        </p:txBody>
      </p:sp>
      <p:sp>
        <p:nvSpPr>
          <p:cNvPr id="36" name="Text 29"/>
          <p:cNvSpPr txBox="1"/>
          <p:nvPr/>
        </p:nvSpPr>
        <p:spPr>
          <a:xfrm>
            <a:off x="1554480" y="78089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658368" y="8174736"/>
            <a:ext cx="5541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457200" y="92354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Organization name  ·  contact@company.com  ·  portal.link</a:t>
            </a:r>
            <a:endParaRPr lang="en-US" sz="950" dirty="0"/>
          </a:p>
        </p:txBody>
      </p:sp>
      <p:pic>
        <p:nvPicPr>
          <p:cNvPr id="39" name="Image 5" descr="AI spark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7674" y="653796"/>
            <a:ext cx="608076" cy="6080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Zion Release Poster Templates</dc:title>
  <dc:subject>PptxGenJS Presentation</dc:subject>
  <dc:creator>PptxGenJS</dc:creator>
  <cp:lastModifiedBy>PptxGenJS</cp:lastModifiedBy>
  <cp:revision>1</cp:revision>
  <dcterms:created xsi:type="dcterms:W3CDTF">2026-09-29T03:28:22Z</dcterms:created>
  <dcterms:modified xsi:type="dcterms:W3CDTF">2026-09-29T03:28:22Z</dcterms:modified>
</cp:coreProperties>
</file>