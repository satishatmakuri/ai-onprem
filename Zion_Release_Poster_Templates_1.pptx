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ANNOUNCEMENT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83480" y="4114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411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3227832"/>
            <a:ext cx="457200" cy="457200"/>
          </a:xfrm>
          <a:prstGeom prst="ellipse">
            <a:avLst/>
          </a:prstGeom>
          <a:solidFill>
            <a:srgbClr val="C084FC">
              <a:alpha val="22000"/>
            </a:srgbClr>
          </a:solidFill>
          <a:ln w="15875">
            <a:solidFill>
              <a:srgbClr val="C084F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218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4930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06824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4471416"/>
            <a:ext cx="457200" cy="457200"/>
          </a:xfrm>
          <a:prstGeom prst="ellipse">
            <a:avLst/>
          </a:prstGeom>
          <a:solidFill>
            <a:srgbClr val="22D3EE">
              <a:alpha val="22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811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34440" y="4443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44622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234440" y="47365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5550408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" y="5715000"/>
            <a:ext cx="457200" cy="457200"/>
          </a:xfrm>
          <a:prstGeom prst="ellipse">
            <a:avLst/>
          </a:prstGeom>
          <a:solidFill>
            <a:srgbClr val="FB923C">
              <a:alpha val="22000"/>
            </a:srgbClr>
          </a:solidFill>
          <a:ln w="15875">
            <a:solidFill>
              <a:srgbClr val="FB92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2472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34440" y="5687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429000" y="57058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1234440" y="59801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6793992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1792" y="6958584"/>
            <a:ext cx="457200" cy="457200"/>
          </a:xfrm>
          <a:prstGeom prst="ellipse">
            <a:avLst/>
          </a:prstGeom>
          <a:solidFill>
            <a:srgbClr val="F472B6">
              <a:alpha val="22000"/>
            </a:srgbClr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706831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234440" y="6931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3429000" y="6949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234440" y="72237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8037576"/>
            <a:ext cx="5943600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21792" y="8202168"/>
            <a:ext cx="457200" cy="457200"/>
          </a:xfrm>
          <a:prstGeom prst="ellipse">
            <a:avLst/>
          </a:prstGeom>
          <a:solidFill>
            <a:srgbClr val="60A5FA">
              <a:alpha val="22000"/>
            </a:srgbClr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831189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34440" y="8174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3429000" y="81930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1234440" y="84673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9345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12648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58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  ·  MONTH YYYY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960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 — release highlights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34840" y="56692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5669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5669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225296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22529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122529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1883664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8836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188366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onboarded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3749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30358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3639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56432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356616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" y="384048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409651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297680" y="283464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498848" y="30358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13639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33872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498848" y="3566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98848" y="38404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4498848" y="4206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65760" y="507492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66928" y="5276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37667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901952" y="5294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" y="58064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66928" y="60807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66928" y="64465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743200" y="5074920"/>
            <a:ext cx="3749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944368" y="5276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5376672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833872" y="5294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2944368" y="580644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2944368" y="60807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2944368" y="633679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65760" y="7315200"/>
            <a:ext cx="37490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5E7F0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566928" y="75163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761695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3456432" y="7534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566928" y="8046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566928" y="832104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566928" y="857707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297680" y="7315200"/>
            <a:ext cx="2194560" cy="2011680"/>
          </a:xfrm>
          <a:prstGeom prst="roundRect">
            <a:avLst>
              <a:gd name="adj" fmla="val 81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7543800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526280" y="8046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600" dirty="0"/>
          </a:p>
        </p:txBody>
      </p:sp>
      <p:sp>
        <p:nvSpPr>
          <p:cNvPr id="53" name="Text 44"/>
          <p:cNvSpPr txBox="1"/>
          <p:nvPr/>
        </p:nvSpPr>
        <p:spPr>
          <a:xfrm>
            <a:off x="4526280" y="8412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portal.link /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team channel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365760" y="94731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RELEASE_V0.0  ::  MONTH YYYY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 is ON_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for platform, workflows &amp; infrastructure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3337560"/>
            <a:ext cx="0" cy="4901184"/>
          </a:xfrm>
          <a:prstGeom prst="line">
            <a:avLst/>
          </a:prstGeom>
          <a:noFill/>
          <a:ln w="190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172968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30098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33101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361188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" y="4398264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B6FF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97280" y="4379976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5262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00200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840480" y="45354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261872" y="483717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30352" y="5623560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30352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97280" y="5605272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75157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00200" y="5733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03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840480" y="57607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261872" y="606247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30352" y="6848856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B6FF3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30352" y="6848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097280" y="6830568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697687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600200" y="6958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6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840480" y="69860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261872" y="728776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30352" y="8074152"/>
            <a:ext cx="365760" cy="365760"/>
          </a:xfrm>
          <a:prstGeom prst="ellipse">
            <a:avLst/>
          </a:prstGeom>
          <a:solidFill>
            <a:srgbClr val="03111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30352" y="8074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1097280" y="8055864"/>
            <a:ext cx="5303520" cy="1115568"/>
          </a:xfrm>
          <a:prstGeom prst="rect">
            <a:avLst/>
          </a:prstGeom>
          <a:solidFill>
            <a:srgbClr val="0A2A33">
              <a:alpha val="75000"/>
            </a:srgbClr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8202168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600200" y="8183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NAME 05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3840480" y="82113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261872" y="85130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" y="9372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Team / Organization ]  ·  contact@company.com  ·  portal.link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484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89611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ON. </a:t>
            </a:r>
            <a:pPr indent="0" marL="0">
              <a:buNone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new in this release, in one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943600" cy="1508760"/>
          </a:xfrm>
          <a:prstGeom prst="roundRect">
            <a:avLst>
              <a:gd name="adj" fmla="val 12121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14553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4612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30358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033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68172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4901184"/>
            <a:ext cx="420624" cy="42062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0017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459736" y="479145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B277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5458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573328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60258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529584" y="468172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58184" y="49011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500176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532120" y="479145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1"/>
          <p:cNvSpPr txBox="1"/>
          <p:nvPr/>
        </p:nvSpPr>
        <p:spPr>
          <a:xfrm>
            <a:off x="3758184" y="5458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758184" y="573328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3758184" y="60258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57200" y="701344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5800" y="7232904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33348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459736" y="712317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580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" y="77906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" y="8065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" y="835761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3529584" y="7013448"/>
            <a:ext cx="2871216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12052E">
                <a:alpha val="3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758184" y="723290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7333488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532120" y="712317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891B2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0" name="Text 33"/>
          <p:cNvSpPr txBox="1"/>
          <p:nvPr/>
        </p:nvSpPr>
        <p:spPr>
          <a:xfrm>
            <a:off x="3758184" y="77906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3758184" y="8065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3758184" y="835761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B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8840" y="45720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4884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  ·  MONTH YYYY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594360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2700" dir="5400000">
              <a:srgbClr val="022C22">
                <a:alpha val="9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across the platform this release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200400"/>
            <a:ext cx="402336" cy="402336"/>
          </a:xfrm>
          <a:prstGeom prst="ellipse">
            <a:avLst/>
          </a:prstGeom>
          <a:solidFill>
            <a:srgbClr val="34D399">
              <a:alpha val="20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0098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7124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87168" y="3200400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3172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233672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4416552"/>
            <a:ext cx="402336" cy="402336"/>
          </a:xfrm>
          <a:prstGeom prst="ellipse">
            <a:avLst/>
          </a:prstGeom>
          <a:solidFill>
            <a:srgbClr val="22D3EE">
              <a:alpha val="20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1713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49286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2487168" y="4416552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65176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2651760" y="464515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5449824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8368" y="5632704"/>
            <a:ext cx="402336" cy="402336"/>
          </a:xfrm>
          <a:prstGeom prst="ellipse">
            <a:avLst/>
          </a:prstGeom>
          <a:solidFill>
            <a:srgbClr val="A78BFA">
              <a:alpha val="20000"/>
            </a:srgbClr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733288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8720" y="5650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658368" y="6144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2487168" y="5632704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651760" y="5605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2651760" y="586130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" y="6665976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8368" y="6848856"/>
            <a:ext cx="402336" cy="402336"/>
          </a:xfrm>
          <a:prstGeom prst="ellipse">
            <a:avLst/>
          </a:prstGeom>
          <a:solidFill>
            <a:srgbClr val="F472B6">
              <a:alpha val="20000"/>
            </a:srgbClr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694944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88720" y="68671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658368" y="7360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2487168" y="6848856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2651760" y="68214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2651760" y="707745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57200" y="7882128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0F172A">
              <a:alpha val="6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8368" y="8065008"/>
            <a:ext cx="402336" cy="402336"/>
          </a:xfrm>
          <a:prstGeom prst="ellipse">
            <a:avLst/>
          </a:prstGeom>
          <a:solidFill>
            <a:srgbClr val="60A5FA">
              <a:alpha val="20000"/>
            </a:srgbClr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8165592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188720" y="80832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3" name="Text 36"/>
          <p:cNvSpPr txBox="1"/>
          <p:nvPr/>
        </p:nvSpPr>
        <p:spPr>
          <a:xfrm>
            <a:off x="658368" y="8577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2487168" y="8065008"/>
            <a:ext cx="0" cy="73152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2651760" y="8037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46" name="Text 39"/>
          <p:cNvSpPr txBox="1"/>
          <p:nvPr/>
        </p:nvSpPr>
        <p:spPr>
          <a:xfrm>
            <a:off x="2651760" y="82936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95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5943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5400000">
              <a:srgbClr val="DB2777">
                <a:alpha val="8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52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472B6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36027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7033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4439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7914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29584" y="3401568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30752" y="36027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70332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30752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730752" y="44439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730752" y="47914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5577840"/>
            <a:ext cx="5943600" cy="1417320"/>
          </a:xfrm>
          <a:prstGeom prst="roundRect">
            <a:avLst>
              <a:gd name="adj" fmla="val 9032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57790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ACC15">
              <a:alpha val="18000"/>
            </a:srgbClr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8795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5779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6035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658368" y="6345936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715975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C084FC">
                <a:alpha val="8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73609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84FC">
              <a:alpha val="18000"/>
            </a:srgbClr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746150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8368" y="7927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" y="8202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58368" y="85496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529584" y="715975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150A2E">
              <a:alpha val="88000"/>
            </a:srgbClr>
          </a:solidFill>
          <a:ln w="15875">
            <a:solidFill>
              <a:srgbClr val="FB7185">
                <a:alpha val="8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730752" y="73609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7461504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730752" y="7927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3730752" y="8202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3730752" y="85496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9400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9611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  ·  Release highlights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31089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3108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742432" y="3538728"/>
            <a:ext cx="420624" cy="4206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" y="4215384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0EA5E9">
                <a:alpha val="6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4352544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4352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7183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742432" y="4782312"/>
            <a:ext cx="420624" cy="42062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5458968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" y="55961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2788920" y="5632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731520" y="59618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742432" y="6025896"/>
            <a:ext cx="420624" cy="4206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" y="6702552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792" y="683971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1792" y="6839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2788920" y="6876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72054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742432" y="7269480"/>
            <a:ext cx="420624" cy="42062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57200" y="7946136"/>
            <a:ext cx="5943600" cy="1152144"/>
          </a:xfrm>
          <a:prstGeom prst="roundRect">
            <a:avLst>
              <a:gd name="adj" fmla="val 9524"/>
            </a:avLst>
          </a:prstGeom>
          <a:solidFill>
            <a:srgbClr val="0B1640">
              <a:alpha val="7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1792" y="808329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1792" y="80832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2788920" y="8119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731520" y="844905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5742432" y="8513064"/>
            <a:ext cx="420624" cy="42062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57200" y="9345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SEMICONDUCTOR-GRADE AI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77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677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67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163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323697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4023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3708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9584" y="3017520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30752" y="3163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236976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730752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4023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3730752" y="43708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519379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8368" y="5340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41324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8368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03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58368" y="6199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8368" y="65471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529584" y="5193792"/>
            <a:ext cx="2871216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730752" y="5340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5413248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30752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3730752" y="6199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3730752" y="65471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one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delivered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milestone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7370064"/>
            <a:ext cx="594360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8368" y="75163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7589520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554480" y="7552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Name 05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1554480" y="7808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tagline or one-line value statement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658368" y="8174736"/>
            <a:ext cx="5541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 — short description of what shipped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or integration delivered in this release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fix or rollout milestone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92354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Organization name  ·  contact@company.com  ·  portal.link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Zion Release Poster Templates</dc:title>
  <dc:subject>PptxGenJS Presentation</dc:subject>
  <dc:creator>PptxGenJS</dc:creator>
  <cp:lastModifiedBy>PptxGenJS</cp:lastModifiedBy>
  <cp:revision>1</cp:revision>
  <dcterms:created xsi:type="dcterms:W3CDTF">2026-09-29T03:21:02Z</dcterms:created>
  <dcterms:modified xsi:type="dcterms:W3CDTF">2026-09-29T03:21:02Z</dcterms:modified>
</cp:coreProperties>
</file>