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GLM-5.2 Inference: Feasibility &amp; Recommended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CPU-only blade estate powers the AI platform — and a dedicated GPU server runs the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Decision Briefing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Prepared by Enterprise Architecture     ·     July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562356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E8A6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in One 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90472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904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137160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Kubernetes AI platform on the 6 blades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78308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Ample CPU/RAM for a hardened, highly-available microservices platform hosting all AI solutions.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60904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6090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2542032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embeddings, rerankers &amp; small/mid models on blades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2953512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CPU-friendly workloads that add real value today and preserve scarce GPU capacity.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31336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B2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31336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3712464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full GLM-5.2 on the CPU-only blades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123944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744B-parameter model; ~460–480 GB just for weights; memory bandwidth caps speed to unusable levels.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45736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5001768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E8A62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017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94560" y="4882896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separate GPU server for GLM-5.2 inference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94560" y="5294376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 call it over a secure, swappable API. Preserves the whole platform investment.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CPU-Only Cannot Host GLM-5.2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does not merge RAM across servers — a model must fit inside ONE machine's memory and bandwidth.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744B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parameters (MoE)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9659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~460–480 GB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493008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alone at 4-bit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9659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~341 GB*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300216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per blade (assumed)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16459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0264" y="19659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Single-digit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07424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Tokens/sec best case on CPU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won't fit one blade even quantized, and decode speed is limited by memory bandwidth (not core count). Spreading it across blades over Ethernet is slow and not fault-tolerant.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Per-blade RAM is an assumption pending hardware discovery.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Viable on This Estate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36576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microservices platform (blades)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viable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&amp; reranking models (blades, CPU)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viable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/ mid models, replicated (blades, CPU)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Viable — validate latency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GLM-5.2, GPU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GLM-5.2, interactive on CPU blades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GLM-5.2 spread across blades (Ethernet)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Benchmark-only, not 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Architecture: Two Planes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blades run everything around the model; a separate GPU server runs the model. They connect over a secure API.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1 — Blades (CPU)  ·  Kubernetes AI 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5760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authN/Z · quotas · audit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 (OpenAI-compatible)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orchestration / agents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· cache · ingestion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rerankers (CPU)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· secrets · GitOps · observability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0" y="16002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1600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2 — GPU Server  ·  Inference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35240" y="242316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on GPUs (vLLM/SGLang)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Tensor-parallel over NVLink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HTTPS endpoint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 logging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scalable &amp; swappable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3383280"/>
            <a:ext cx="640080" cy="548640"/>
          </a:xfrm>
          <a:prstGeom prst="rightArrow">
            <a:avLst/>
          </a:prstGeom>
          <a:solidFill>
            <a:srgbClr val="E8A62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950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&amp; prompts stay on-premises · GPU server is a swappable backend behind the model router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Server Sizing — Illustrative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worksheet provided; confirm against the pinned engine before procurement.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0168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 / Q4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~476 GB weights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264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6–8× 80 GB GPUs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600200"/>
            <a:ext cx="3630168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79392" y="1828800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79392" y="2331720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~740–800 GB weights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62272" y="3200400"/>
            <a:ext cx="3264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80 GB or 1–2 nodes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1600200"/>
            <a:ext cx="3630168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10144" y="1828800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10144" y="2331720"/>
            <a:ext cx="3630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~250+ tok/s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93024" y="3200400"/>
            <a:ext cx="3264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GPU-served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KV-cache VRAM for concurrency and context. A second GPU server removes the single point of failure and roughly doubles throughput.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4813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size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481328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hardware discovery; GPU procurement sizing; agree SLOs.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505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platform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2450592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RKE2 K8s, security, observability, GitOps on the 6 blades.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5112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4198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GPU plane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3419856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server + vLLM serving GLM-5.2 behind a secured API.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389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test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43891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microservices to GPU; load, failover &amp; DR testing.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2486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49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35838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production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0" y="5358384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AI solutions by tier with quotas and monitoring.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How We Manage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18488"/>
            <a:ext cx="256032" cy="329184"/>
          </a:xfrm>
          <a:prstGeom prst="roundRect">
            <a:avLst>
              <a:gd name="adj" fmla="val 14286"/>
            </a:avLst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3560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 server = outage risk for the big model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43560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2nd GPU backend; degrade to a smaller model or queue on failure.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606040"/>
            <a:ext cx="256032" cy="329184"/>
          </a:xfrm>
          <a:prstGeom prst="roundRect">
            <a:avLst>
              <a:gd name="adj" fmla="val 14286"/>
            </a:avLst>
          </a:prstGeom>
          <a:solidFill>
            <a:srgbClr val="B7791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42316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sizing uncertainty (VRAM + KV-cache)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before go-live; worksheet models precision &amp; concurrency.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93592"/>
            <a:ext cx="256032" cy="329184"/>
          </a:xfrm>
          <a:prstGeom prst="roundRect">
            <a:avLst>
              <a:gd name="adj" fmla="val 14286"/>
            </a:avLst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410712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confidentiality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341071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only; mTLS between planes; prompts/responses never logged by default.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581144"/>
            <a:ext cx="256032" cy="329184"/>
          </a:xfrm>
          <a:prstGeom prst="roundRect">
            <a:avLst>
              <a:gd name="adj" fmla="val 14286"/>
            </a:avLst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398264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integrity (weights &amp; images)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439826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checksummed artifacts; verified before load; air-gap import.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7608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568696"/>
            <a:ext cx="256032" cy="329184"/>
          </a:xfrm>
          <a:prstGeom prst="roundRect">
            <a:avLst>
              <a:gd name="adj" fmla="val 14286"/>
            </a:avLst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385816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 may lag release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538581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GLM-5.2 on pinned engine; fall back to supported variant.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Enterprise AI Platform  ·  Confidential — Director Briefing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Decisions Requested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the two-plane architecture: build the platform now, add GPU inference in parallel.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8A6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Kubernetes AI platform build on the existing 6 blades (no new hardware).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457200" cy="457200"/>
          </a:xfrm>
          <a:prstGeom prst="ellipse">
            <a:avLst/>
          </a:prstGeom>
          <a:solidFill>
            <a:srgbClr val="E8A6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8529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GPU inference server (with a 2nd for HA on the roadmap).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39896"/>
            <a:ext cx="457200" cy="457200"/>
          </a:xfrm>
          <a:prstGeom prst="ellipse">
            <a:avLst/>
          </a:prstGeom>
          <a:solidFill>
            <a:srgbClr val="E8A6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69417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hardware discovery to replace assumptions with measured facts.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581144"/>
            <a:ext cx="457200" cy="457200"/>
          </a:xfrm>
          <a:prstGeom prst="ellipse">
            <a:avLst/>
          </a:prstGeom>
          <a:solidFill>
            <a:srgbClr val="E8A6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53542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use cases, SLOs and data-handling requirements with owners.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806440"/>
            <a:ext cx="2743200" cy="54864"/>
          </a:xfrm>
          <a:prstGeom prst="roundRect">
            <a:avLst>
              <a:gd name="adj" fmla="val 50000"/>
            </a:avLst>
          </a:prstGeom>
          <a:solidFill>
            <a:srgbClr val="E8A6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production-grade, secure, on-prem AI — honest about today's limits, ready to scale with GPU.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2026-07-21T03:01:55Z</dcterms:created>
  <dcterms:modified xsi:type="dcterms:W3CDTF">2026-07-21T03:01:55Z</dcterms:modified>
</cp:coreProperties>
</file>