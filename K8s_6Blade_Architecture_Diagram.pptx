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ARCHITECTURE · MOST OPTIMAL VIABLE SOLUTION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6-Blade Kubernetes AI 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RKE2 on Supermicro SBE-820C-822 (6× SBI-8149P-C4N, CPU-only) + separate GPU inference plane for GLM-5.2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E8A6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 ·  July 2026  ·  Confidential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Blade Allocation — RKE2 Cluster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Supermicro SBE-820C-822 chassis · dual redundant switch modules · CPU-only ~1,000 cores / ~2 TB RAM (per-blade split = assumption)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4892040"/>
          </a:xfrm>
          <a:prstGeom prst="roundRect">
            <a:avLst>
              <a:gd name="adj" fmla="val 1121"/>
            </a:avLst>
          </a:prstGeom>
          <a:solidFill>
            <a:srgbClr val="1B2246"/>
          </a:solidFill>
          <a:ln w="25400">
            <a:solidFill>
              <a:srgbClr val="2C35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3529584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3529584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75688"/>
            <a:ext cx="3529584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3255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blade-01   </a:t>
            </a:r>
            <a:pPr indent="0" marL="0">
              <a:buNone/>
            </a:pPr>
            <a:r>
              <a:rPr lang="en-US" sz="950" b="1" dirty="0">
                <a:solidFill>
                  <a:srgbClr val="D7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· etcd-1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" y="249631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49631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 · scheduler · ctrl-mgr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" y="295351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295351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member 1 · dedicated NVMe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" y="341071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341071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15968" y="1783080"/>
            <a:ext cx="3529584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5968" y="1783080"/>
            <a:ext cx="3529584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4315968" y="2075688"/>
            <a:ext cx="3529584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453128" y="1783080"/>
            <a:ext cx="3255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blade-02   </a:t>
            </a:r>
            <a:pPr indent="0" marL="0">
              <a:buNone/>
            </a:pPr>
            <a:r>
              <a:rPr lang="en-US" sz="950" b="1" dirty="0">
                <a:solidFill>
                  <a:srgbClr val="D7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· etcd-2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43984" y="249631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249631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 · scheduler · ctrl-mgr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43984" y="295351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295351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member 2 · dedicated NVMe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43984" y="341071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341071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· cert-manager · Harbor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46136" y="1783080"/>
            <a:ext cx="3529584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46136" y="1783080"/>
            <a:ext cx="3529584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7946136" y="2075688"/>
            <a:ext cx="3529584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083296" y="1783080"/>
            <a:ext cx="3255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blade-03   </a:t>
            </a:r>
            <a:pPr indent="0" marL="0">
              <a:buNone/>
            </a:pPr>
            <a:r>
              <a:rPr lang="en-US" sz="950" b="1" dirty="0">
                <a:solidFill>
                  <a:srgbClr val="D7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· etcd-3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74152" y="249631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249631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 · scheduler · ctrl-mgr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74152" y="295351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295351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member 3 · dedicated NVMe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74152" y="341071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341071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Loki · Grafana · Argo CD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5800" y="3977640"/>
            <a:ext cx="3529584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3977640"/>
            <a:ext cx="3529584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" y="4270248"/>
            <a:ext cx="3529584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977640"/>
            <a:ext cx="3255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blade-04   </a:t>
            </a:r>
            <a:pPr indent="0" marL="0">
              <a:buNone/>
            </a:pPr>
            <a:r>
              <a:rPr lang="en-US" sz="950" b="1" dirty="0">
                <a:solidFill>
                  <a:srgbClr val="D7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· AI APPLICATIONS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3816" y="469087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" y="469087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(Envoy/APISIX)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13816" y="514807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" y="514807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model router → GPU + CPU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13816" y="560527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" y="560527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/ RAG / agents · guardrails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15968" y="3977640"/>
            <a:ext cx="3529584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15968" y="3977640"/>
            <a:ext cx="3529584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/>
        </p:spPr>
      </p:sp>
      <p:sp>
        <p:nvSpPr>
          <p:cNvPr id="47" name="Shape 45"/>
          <p:cNvSpPr/>
          <p:nvPr/>
        </p:nvSpPr>
        <p:spPr>
          <a:xfrm>
            <a:off x="4315968" y="4270248"/>
            <a:ext cx="3529584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8" name="Text 46"/>
          <p:cNvSpPr/>
          <p:nvPr/>
        </p:nvSpPr>
        <p:spPr>
          <a:xfrm>
            <a:off x="4453128" y="3977640"/>
            <a:ext cx="3255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blade-05   </a:t>
            </a:r>
            <a:pPr indent="0" marL="0">
              <a:buNone/>
            </a:pPr>
            <a:r>
              <a:rPr lang="en-US" sz="950" b="1" dirty="0">
                <a:solidFill>
                  <a:srgbClr val="D7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· DATA + CPU MODELS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443984" y="469087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53712" y="469087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DB (persistent NVMe)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443984" y="514807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53712" y="514807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/ rate-limit store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443984" y="560527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53712" y="560527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— TEI (BGE-M3), CPU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946136" y="3977640"/>
            <a:ext cx="3529584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46136" y="3977640"/>
            <a:ext cx="3529584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/>
        </p:spPr>
      </p:sp>
      <p:sp>
        <p:nvSpPr>
          <p:cNvPr id="57" name="Shape 55"/>
          <p:cNvSpPr/>
          <p:nvPr/>
        </p:nvSpPr>
        <p:spPr>
          <a:xfrm>
            <a:off x="7946136" y="4270248"/>
            <a:ext cx="3529584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8" name="Text 56"/>
          <p:cNvSpPr/>
          <p:nvPr/>
        </p:nvSpPr>
        <p:spPr>
          <a:xfrm>
            <a:off x="8083296" y="3977640"/>
            <a:ext cx="3255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blade-06   </a:t>
            </a:r>
            <a:pPr indent="0" marL="0">
              <a:buNone/>
            </a:pPr>
            <a:r>
              <a:rPr lang="en-US" sz="950" b="1" dirty="0">
                <a:solidFill>
                  <a:srgbClr val="D7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· CPU MODELS + BURST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074152" y="469087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83880" y="469087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Rerankers (cross-encoder, ONNX/TEI)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074152" y="514807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83880" y="514807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replica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074152" y="5605272"/>
            <a:ext cx="3273552" cy="384048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9525">
            <a:solidFill>
              <a:srgbClr val="E2E8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83880" y="5605272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workers + queue (NATS)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48640" y="62362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reserves OS + kubelet + ≥20% RAM headroom · CP nodes tainted NoSchedule · workers use Guaranteed QoS + pod anti-affinity · NUMA-pinned CPU models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Layers &amp; Request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63500" dist="25400" dir="5400000">
              <a:srgbClr val="9AA6C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34440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2286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234440"/>
            <a:ext cx="8412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apps · copilots · RAG services · batch pipelines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30552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63500" dist="25400" dir="5400000">
              <a:srgbClr val="9AA6C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30552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30552"/>
            <a:ext cx="2286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2130552"/>
            <a:ext cx="8412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(TLS)  →  API Gateway: authN/Z · quota · audit-metadata only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63500" dist="25400" dir="5400000">
              <a:srgbClr val="9AA6C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026664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26664"/>
            <a:ext cx="2286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3026664"/>
            <a:ext cx="8412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/ RAG · guardrails/PII  •  Vector DB (Qdrant) · Redis  •  Embeddings + Rerankers (CPU)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63500" dist="25400" dir="5400000">
              <a:srgbClr val="9AA6C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922776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6D4C9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22776"/>
            <a:ext cx="2286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17520" y="3922776"/>
            <a:ext cx="8412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router — OpenAI-compatible · retries · failover · token accounting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06440" y="4764024"/>
            <a:ext cx="548640" cy="457200"/>
          </a:xfrm>
          <a:prstGeom prst="downArrow">
            <a:avLst/>
          </a:prstGeom>
          <a:solidFill>
            <a:srgbClr val="E8A6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27608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41A3C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63500" dist="25400" dir="5400000">
              <a:srgbClr val="9AA6C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mTLS + token, OpenAI-compatible call over inference VLAN  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2: GPU server runs GLM-5.2 (vLLM/SGLang). GPU backend is swappable; no content logged.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underlay: RKE2 · Cilium eBPF (default-deny) · Vault · Harbor · Kyverno · Argo CD · Prometheus/Loki/Grafana · KEDA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Segmentation, Storage &amp; GPU Boundary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63500" dist="25400" dir="5400000">
              <a:srgbClr val="9AA6C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(VLANs)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64592" cy="457200"/>
          </a:xfrm>
          <a:prstGeom prst="roundRect">
            <a:avLst>
              <a:gd name="adj" fmla="val 16667"/>
            </a:avLst>
          </a:prstGeom>
          <a:solidFill>
            <a:srgbClr val="6D4C9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/ IPMI  —  </a:t>
            </a:r>
            <a:pPr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provisioning — isolated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64592" cy="45720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node / API  —  </a:t>
            </a:r>
            <a:pPr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· etcd peer — low latency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164592" cy="45720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71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/ CNI  —  </a:t>
            </a:r>
            <a:pPr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Cilium overlay — default-deny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164592" cy="45720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 —  </a:t>
            </a:r>
            <a:pPr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NVMe — jumbo MTU 9000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164592" cy="457200"/>
          </a:xfrm>
          <a:prstGeom prst="roundRect">
            <a:avLst>
              <a:gd name="adj" fmla="val 16667"/>
            </a:avLst>
          </a:prstGeom>
          <a:solidFill>
            <a:srgbClr val="E8A6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69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VLAN  —  </a:t>
            </a:r>
            <a:pPr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 ↔ GPU — mTLS only, firewalled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164592" cy="45720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617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 —  </a:t>
            </a:r>
            <a:pPr indent="0" marL="0">
              <a:buNone/>
            </a:pPr>
            <a:r>
              <a:rPr lang="en-US" sz="11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→ gateway — TLS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2344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  <a:effectLst>
            <a:outerShdw sx="100000" sy="100000" kx="0" ky="0" algn="bl" rotWithShape="0" blurRad="63500" dist="25400" dir="5400000">
              <a:srgbClr val="9AA6C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(no default Ceph)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18288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→ dedicated local NVMe (p99 fsync &lt; 10 ms)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/ Redis → local NVMe persistent volumes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(on blades) → model master, docs, backups (signed)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copy → verified pull to GPU host NVMe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38328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0D4F6B"/>
          </a:solidFill>
          <a:ln w="19050">
            <a:solidFill>
              <a:srgbClr val="1265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493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2 — Dedicated GPU Server (external)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3913632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/ SGLang — OpenAI-compatible, TP over NVLink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GLM-5.2: INT4 ≈ 460–480 GB · FP8 ≈ 740–800 GB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80 GB GPUs (illustrative) · local NVMe model store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server = inference HA + ~2× throughput (roadmap)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4206240"/>
            <a:ext cx="457200" cy="365760"/>
          </a:xfrm>
          <a:prstGeom prst="rightArrow">
            <a:avLst/>
          </a:prstGeom>
          <a:solidFill>
            <a:srgbClr val="E8A62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1052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Cilium egress policy: only LiteLLM router pods may reach the GPU host · all data &amp; prompts remain on-premises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2026-07-21T03:31:33Z</dcterms:created>
  <dcterms:modified xsi:type="dcterms:W3CDTF">2026-07-21T03:31:33Z</dcterms:modified>
</cp:coreProperties>
</file>