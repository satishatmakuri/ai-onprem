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f44e81f914445e" /><Relationship Type="http://schemas.openxmlformats.org/officeDocument/2006/relationships/extended-properties" Target="/docProps/app.xml" Id="Rdfe416265d814507" /><Relationship Type="http://schemas.openxmlformats.org/officeDocument/2006/relationships/officeDocument" Target="/ppt/presentation.xml" Id="R91a58059bede43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a801e7c7ad4fcb"/>
  </p:sldMasterIdLst>
  <p:notesMasterIdLst>
    <p:notesMasterId xmlns:r="http://schemas.openxmlformats.org/officeDocument/2006/relationships" r:id="R241e93f5a0604704"/>
  </p:notesMasterIdLst>
  <p:sldIdLst>
    <p:sldId xmlns:r="http://schemas.openxmlformats.org/officeDocument/2006/relationships" id="256" r:id="R56cc4b0e2a1f4341"/>
    <p:sldId xmlns:r="http://schemas.openxmlformats.org/officeDocument/2006/relationships" id="257" r:id="R2fe88b55b2f14983"/>
    <p:sldId xmlns:r="http://schemas.openxmlformats.org/officeDocument/2006/relationships" id="258" r:id="Raf7db7be65f34bf5"/>
    <p:sldId xmlns:r="http://schemas.openxmlformats.org/officeDocument/2006/relationships" id="259" r:id="R0b6038e5b950442d"/>
  </p:sldIdLst>
  <p:sldSz cx="10287000" cy="1485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c67c8e5474b50" /><Relationship Type="http://schemas.openxmlformats.org/officeDocument/2006/relationships/slideMaster" Target="/ppt/slideMasters/slideMaster1.xml" Id="R6aa801e7c7ad4fcb" /><Relationship Type="http://schemas.openxmlformats.org/officeDocument/2006/relationships/notesMaster" Target="/ppt/notesMasters/notesMaster1.xml" Id="R241e93f5a0604704" /><Relationship Type="http://schemas.openxmlformats.org/officeDocument/2006/relationships/presProps" Target="/ppt/presProps.xml" Id="Rfcc11ccad78142bf" /><Relationship Type="http://schemas.openxmlformats.org/officeDocument/2006/relationships/tableStyles" Target="/ppt/tableStyles.xml" Id="Rbf432212ac0d4bd7" /><Relationship Type="http://schemas.openxmlformats.org/officeDocument/2006/relationships/slide" Target="/ppt/slides/slide1.xml" Id="R56cc4b0e2a1f4341" /><Relationship Type="http://schemas.openxmlformats.org/officeDocument/2006/relationships/slide" Target="/ppt/slides/slide2.xml" Id="R2fe88b55b2f14983" /><Relationship Type="http://schemas.openxmlformats.org/officeDocument/2006/relationships/slide" Target="/ppt/slides/slide3.xml" Id="Raf7db7be65f34bf5" /><Relationship Type="http://schemas.openxmlformats.org/officeDocument/2006/relationships/slide" Target="/ppt/slides/slide4.xml" Id="R0b6038e5b950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c71c4ea1944f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1272adc7544c2f" /><Relationship Type="http://schemas.openxmlformats.org/officeDocument/2006/relationships/notesMaster" Target="/ppt/notesMasters/notesMaster1.xml" Id="R757bfe6e54a1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c9e5e4ed9a47a3" /><Relationship Type="http://schemas.openxmlformats.org/officeDocument/2006/relationships/notesMaster" Target="/ppt/notesMasters/notesMaster1.xml" Id="R015bec91146e43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4aff388cb5410d" /><Relationship Type="http://schemas.openxmlformats.org/officeDocument/2006/relationships/notesMaster" Target="/ppt/notesMasters/notesMaster1.xml" Id="R50d6ae43c6b548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e014e6f9a74301" /><Relationship Type="http://schemas.openxmlformats.org/officeDocument/2006/relationships/notesMaster" Target="/ppt/notesMasters/notesMaster1.xml" Id="Rd6b948117f6942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[VERSION], [Release date], owner, and each product line. Text and panels are editable. The content labels are condensed from the supplied reference poster.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use a single strong release headline, then up to four capability updates. All bracketed text is a placeholder.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replace all bracketed copy. This light version is intended for readable printouts and document embeds.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Template: a technical release announce layout with editable hierarchy. Replace bracketed placeholders and delete unused module rows if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f45404e0149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14261c30034e15" /><Relationship Type="http://schemas.openxmlformats.org/officeDocument/2006/relationships/slideLayout" Target="/ppt/slideLayouts/slideLayout1.xml" Id="R7ccdc76d6f9c4f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cdc76d6f9c4f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42671d4de4e1a" /><Relationship Type="http://schemas.openxmlformats.org/officeDocument/2006/relationships/image" Target="/ppt/media/image.png" Id="R7db70adb00f24937" /><Relationship Type="http://schemas.openxmlformats.org/officeDocument/2006/relationships/notesSlide" Target="/ppt/notesSlides/notesSlide1.xml" Id="R3f92e97db82a44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6ccf32d0d4b4f" /><Relationship Type="http://schemas.openxmlformats.org/officeDocument/2006/relationships/image" Target="/ppt/media/image2.png" Id="R42a2f4d051204766" /><Relationship Type="http://schemas.openxmlformats.org/officeDocument/2006/relationships/notesSlide" Target="/ppt/notesSlides/notesSlide2.xml" Id="R69622d40021f4c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bfb49fa694ba1" /><Relationship Type="http://schemas.openxmlformats.org/officeDocument/2006/relationships/image" Target="/ppt/media/image3.png" Id="R4b76a8f243364e74" /><Relationship Type="http://schemas.openxmlformats.org/officeDocument/2006/relationships/notesSlide" Target="/ppt/notesSlides/notesSlide3.xml" Id="R2f9ba26288134e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8517be80c441b" /><Relationship Type="http://schemas.openxmlformats.org/officeDocument/2006/relationships/image" Target="/ppt/media/image4.png" Id="R5679dbf7bd634824" /><Relationship Type="http://schemas.openxmlformats.org/officeDocument/2006/relationships/notesSlide" Target="/ppt/notesSlides/notesSlide4.xml" Id="R655af058fdce41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70adb00f24937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485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16A24-DAE8-4F6C-A4C9-0161E08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42386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92348">
                  <a:alpha val="86000"/>
                </a:srgbClr>
              </a:gs>
              <a:gs pos="58000">
                <a:srgbClr val="130E2B">
                  <a:alpha val="70000"/>
                </a:srgbClr>
              </a:gs>
              <a:gs pos="100000">
                <a:srgbClr val="4D0D54">
                  <a:alpha val="62000"/>
                </a:srgbClr>
              </a:gs>
            </a:gsLst>
            <a:lin ang="81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FBDAF-7D36-4FA5-B9E9-344CD44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95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B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45D54-CFAF-4789-965D-26C9A954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476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521DA-A2A1-4610-9872-F073B649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429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9E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9E7FF"/>
                </a:solidFill>
                <a:latin typeface="DejaVu Sans"/>
                <a:ea typeface="DejaVu Sans"/>
                <a:cs typeface="DejaVu Sans"/>
              </a:rPr>
              <a:t>PLATFORM RELEASE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AB3B4-035A-4C1A-84FE-9835FFB3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96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ZION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CB620-F9F5-4B62-B025-1D9FB5C9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049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AI is 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B46B2-83F9-4FBE-AAE7-91B47866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04950"/>
            <a:ext cx="742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C9D6EE"/>
                </a:solidFill>
                <a:latin typeface="DejaVu Sans"/>
                <a:ea typeface="DejaVu Sans"/>
                <a:cs typeface="DejaVu Sans"/>
              </a:defRPr>
            </a:pPr>
            <a:r>
              <a:rPr sz="3750" b="0">
                <a:solidFill>
                  <a:srgbClr val="C9D6EE"/>
                </a:solidFill>
                <a:latin typeface="DejaVu Sans"/>
                <a:ea typeface="DejaVu Sans"/>
                <a:cs typeface="DejaVu Sans"/>
              </a:rPr>
              <a:t>What’s new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36C64-D22B-463B-BF87-CDC39D5D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9550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ZION [VERSION]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944B2-9F66-40C2-8A9E-73057464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7CBE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7CBE6"/>
                </a:solidFill>
                <a:latin typeface="DejaVu Sans"/>
                <a:ea typeface="DejaVu Sans"/>
                <a:cs typeface="DejaVu Sans"/>
              </a:rPr>
              <a:t>[Release date]     [Release owner / team]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FA8EE-B360-45C1-B0E8-CE42AFBF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8953500" cy="1495425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131A32"/>
          </a:solidFill>
          <a:ln xmlns:a="http://schemas.openxmlformats.org/drawingml/2006/main" w="19050">
            <a:solidFill>
              <a:srgbClr val="2D375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0C8A5-5A11-4E0D-A2C6-B17047EF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143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1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53ACA-DC1D-4FC1-AFF6-E6F6C753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7625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51F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B851F2"/>
                </a:solidFill>
                <a:latin typeface="DejaVu Sans"/>
                <a:ea typeface="DejaVu Sans"/>
                <a:cs typeface="DejaVu Sans"/>
              </a:rPr>
              <a:t>ZION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B5108-D54F-4F4A-AA51-59248DF5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22922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3EAF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3EAFA"/>
                </a:solidFill>
                <a:latin typeface="DejaVu Sans"/>
                <a:ea typeface="DejaVu Sans"/>
                <a:cs typeface="DejaVu Sans"/>
              </a:rPr>
              <a:t>Review Shield, workflow updates, and AI-assisted claim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951E6-8506-456E-AEAC-5DA35A7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638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58668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58668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7C725-9147-4CB7-81DD-AB3725EF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953500" cy="1495425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131A32"/>
          </a:solidFill>
          <a:ln xmlns:a="http://schemas.openxmlformats.org/drawingml/2006/main" w="19050">
            <a:solidFill>
              <a:srgbClr val="2D375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DE6DE-E3A0-4B26-AF2F-86A9DB65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143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CE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B4C07-6FFD-4BC6-A410-31EA5DAE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52462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BCE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9BCEC"/>
                </a:solidFill>
                <a:latin typeface="DejaVu Sans"/>
                <a:ea typeface="DejaVu Sans"/>
                <a:cs typeface="DejaVu Sans"/>
              </a:rPr>
              <a:t>UT-HUB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C7EC2-E7FD-4994-89D7-DF079B6D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99135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3EAF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3EAFA"/>
                </a:solidFill>
                <a:latin typeface="DejaVu Sans"/>
                <a:ea typeface="DejaVu Sans"/>
                <a:cs typeface="DejaVu Sans"/>
              </a:rPr>
              <a:t>Execution workflows and controller IP 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EA11D-D650-461E-9846-D9BF7DD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638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58668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58668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2F0A0-EC75-4376-95F7-D5DC137C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8953500" cy="1495425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131A32"/>
          </a:solidFill>
          <a:ln xmlns:a="http://schemas.openxmlformats.org/drawingml/2006/main" w="19050">
            <a:solidFill>
              <a:srgbClr val="2D375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5B74A-1A7B-4816-AA4B-5A53D1C4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96250"/>
            <a:ext cx="1143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8B3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36983-E7EF-400F-8DD5-FDEFC01E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8286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A8B3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A8B39"/>
                </a:solidFill>
                <a:latin typeface="DejaVu Sans"/>
                <a:ea typeface="DejaVu Sans"/>
                <a:cs typeface="DejaVu Sans"/>
              </a:rPr>
              <a:t>LAAS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63724-42A7-4EA7-B972-32F0D02A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875347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3EAF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3EAFA"/>
                </a:solidFill>
                <a:latin typeface="DejaVu Sans"/>
                <a:ea typeface="DejaVu Sans"/>
                <a:cs typeface="DejaVu Sans"/>
              </a:rPr>
              <a:t>Lab provisioning and automated deployments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215472-0D1E-4AA4-8671-76EC4922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267700"/>
            <a:ext cx="638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58668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58668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BC88B6-FB0C-435B-8AD3-C5B5C24C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58375"/>
            <a:ext cx="8953500" cy="1495425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131A32"/>
          </a:solidFill>
          <a:ln xmlns:a="http://schemas.openxmlformats.org/drawingml/2006/main" w="19050">
            <a:solidFill>
              <a:srgbClr val="2D375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312498-8DA7-44A7-B029-6CE5BDC0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58375"/>
            <a:ext cx="1143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3C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192A83-B82F-44C5-9195-9AC81E02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04887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7B3C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7B3C8"/>
                </a:solidFill>
                <a:latin typeface="DejaVu Sans"/>
                <a:ea typeface="DejaVu Sans"/>
                <a:cs typeface="DejaVu Sans"/>
              </a:rPr>
              <a:t>DSA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7FD62-2A31-4617-A7A2-8E9A0D12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51560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3EAF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3EAFA"/>
                </a:solidFill>
                <a:latin typeface="DejaVu Sans"/>
                <a:ea typeface="DejaVu Sans"/>
                <a:cs typeface="DejaVu Sans"/>
              </a:rPr>
              <a:t>Test insights, analytics, and issue reporting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E8C61-6242-48A1-A07B-6FB07D12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029825"/>
            <a:ext cx="638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58668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58668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BDAFBC-A2E2-473C-827A-C82FB0D8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0"/>
            <a:ext cx="8953500" cy="1495425"/>
          </a:xfrm>
          <a:prstGeom xmlns:a="http://schemas.openxmlformats.org/drawingml/2006/main" prst="roundRect">
            <a:avLst>
              <a:gd name="adj" fmla="val 12739"/>
            </a:avLst>
          </a:prstGeom>
          <a:solidFill xmlns:a="http://schemas.openxmlformats.org/drawingml/2006/main">
            <a:srgbClr val="131A32"/>
          </a:solidFill>
          <a:ln xmlns:a="http://schemas.openxmlformats.org/drawingml/2006/main" w="19050">
            <a:solidFill>
              <a:srgbClr val="2D375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5DF4DF-0601-4C08-BC14-4E1F6BF6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0"/>
            <a:ext cx="1143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96F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2E96B3-1962-4C05-A435-1B1AEC79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18110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D96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5D96FA"/>
                </a:solidFill>
                <a:latin typeface="DejaVu Sans"/>
                <a:ea typeface="DejaVu Sans"/>
                <a:cs typeface="DejaVu Sans"/>
              </a:rPr>
              <a:t>ROBOTICS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E7BC45-1851-4AFB-AF53-5EC33F09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227772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3EAF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3EAFA"/>
                </a:solidFill>
                <a:latin typeface="DejaVu Sans"/>
                <a:ea typeface="DejaVu Sans"/>
                <a:cs typeface="DejaVu Sans"/>
              </a:rPr>
              <a:t>Device handling, simulation, and diagnostics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26E51F-574C-4B45-BF0C-DD54A14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791950"/>
            <a:ext cx="638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58668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58668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BA6FA3-B9FD-45B5-A84C-3BDBE07D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112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A5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249037-36BF-4B09-AD85-18697E3A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6C4D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B6C4DC"/>
                </a:solidFill>
                <a:latin typeface="DejaVu Sans"/>
                <a:ea typeface="DejaVu Sans"/>
                <a:cs typeface="DejaVu Sans"/>
              </a:rPr>
              <a:t>SOLUTION PRODUCT ENGINEERING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8F5CBD-3A60-4D8B-A41C-11FBC525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192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6C4D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6C4DC"/>
                </a:solidFill>
                <a:latin typeface="DejaVu Sans"/>
                <a:ea typeface="DejaVu Sans"/>
                <a:cs typeface="DejaVu Sans"/>
              </a:rPr>
              <a:t>TEMPLATE 01  /  RELEASE ANNOUNCEMENT</a:t>
            </a:r>
          </a:p>
        </p:txBody>
      </p:sp>
    </p:spTree>
    <p:extLst>
      <p:ext uri="{BB962C8B-B14F-4D97-AF65-F5344CB8AC3E}">
        <p14:creationId xmlns:p14="http://schemas.microsoft.com/office/powerpoint/2010/main" val="1990902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2f4d051204766"/>
          <a:srcRect xmlns:a="http://schemas.openxmlformats.org/drawingml/2006/main" l="0" t="48" r="0" b="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485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7778F-AF03-46AC-B56A-0502AD6F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7334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51035">
                  <a:alpha val="82000"/>
                </a:srgbClr>
              </a:gs>
              <a:gs pos="52000">
                <a:srgbClr val="46136A">
                  <a:alpha val="68000"/>
                </a:srgbClr>
              </a:gs>
              <a:gs pos="100000">
                <a:srgbClr val="071C4A">
                  <a:alpha val="60000"/>
                </a:srgbClr>
              </a:gs>
            </a:gsLst>
            <a:lin ang="852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19C81-9369-47AD-9DDE-2AC7C18C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0"/>
            <a:ext cx="10287000" cy="7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E1C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9090F-3E0B-4E24-83FE-B761EE0D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19E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19EFF"/>
                </a:solidFill>
                <a:latin typeface="DejaVu Sans"/>
                <a:ea typeface="DejaVu Sans"/>
                <a:cs typeface="DejaVu Sans"/>
              </a:rPr>
              <a:t>RELEASE / [VERSION]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D76A1-4689-41E9-83C5-B0DD977B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905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ZION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FE0E0-804C-40B7-92EC-80B0656E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85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AI is 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62937-CD57-4C61-B370-236BF54B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88582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new release</a:t>
            </a:r>
          </a:p>
          <a:p xmlns:a="http://schemas.openxmlformats.org/drawingml/2006/main">
            <a:pPr algn="l">
              <a:defRPr sz="5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 every stage</a:t>
            </a:r>
          </a:p>
          <a:p xmlns:a="http://schemas.openxmlformats.org/drawingml/2006/main">
            <a:pPr algn="l">
              <a:defRPr sz="54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of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07C2C-E6D6-4DD8-9C95-1C1EE779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8953500" cy="10858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7F9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E0496-412A-4CAE-BAAE-23C92A37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47"/>
                </a:solidFill>
                <a:latin typeface="DejaVu Sans"/>
                <a:ea typeface="DejaVu Sans"/>
                <a:cs typeface="DejaVu Sans"/>
              </a:rPr>
              <a:t>[Lead release highlight]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41CB1-E7F6-4212-A579-017BCFE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1516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31516A"/>
                </a:solidFill>
                <a:latin typeface="DejaVu Sans"/>
                <a:ea typeface="DejaVu Sans"/>
                <a:cs typeface="DejaVu Sans"/>
              </a:rPr>
              <a:t>[One sentence explaining the practical change for users]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4B210-DD9F-46AD-A6B9-0BA35278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0097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AA9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9AA9C9"/>
                </a:solidFill>
                <a:latin typeface="DejaVu Sans"/>
                <a:ea typeface="DejaVu Sans"/>
                <a:cs typeface="DejaVu Sans"/>
              </a:rPr>
              <a:t>CAPABILITY UPDATES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0DF12-9062-4AD3-8658-D6EAC91C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43925"/>
            <a:ext cx="43815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E34"/>
          </a:solidFill>
          <a:ln xmlns:a="http://schemas.openxmlformats.org/drawingml/2006/main" w="19050">
            <a:solidFill>
              <a:srgbClr val="32405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49753-1335-49BF-A652-DD40DCD0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7820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5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FABC6-5AEB-45D6-B24B-641F1B3E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039225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ZION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F49E6-15FA-4747-96B2-42B73BEA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544050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FCDE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FCDE1"/>
                </a:solidFill>
                <a:latin typeface="DejaVu Sans"/>
                <a:ea typeface="DejaVu Sans"/>
                <a:cs typeface="DejaVu Sans"/>
              </a:rPr>
              <a:t>[AI review or workflow update]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8CCC2-2E5F-49A5-875B-C9173128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543925"/>
            <a:ext cx="43815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E34"/>
          </a:solidFill>
          <a:ln xmlns:a="http://schemas.openxmlformats.org/drawingml/2006/main" w="19050">
            <a:solidFill>
              <a:srgbClr val="32405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5FAD4-E53B-497B-8A1E-5403EAFB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87820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D8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FB193-50CF-4B7A-A648-FEF59E67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9039225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UT-Hub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1F333-E1CB-43F2-A9A5-C7352B3B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9544050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FCDE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FCDE1"/>
                </a:solidFill>
                <a:latin typeface="DejaVu Sans"/>
                <a:ea typeface="DejaVu Sans"/>
                <a:cs typeface="DejaVu Sans"/>
              </a:rPr>
              <a:t>[Execution or automation update]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EFE1D-B874-4567-AD79-A6B379DA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34675"/>
            <a:ext cx="43815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E34"/>
          </a:solidFill>
          <a:ln xmlns:a="http://schemas.openxmlformats.org/drawingml/2006/main" w="19050">
            <a:solidFill>
              <a:srgbClr val="32405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78849-5BE8-4D3A-9DEA-12B8ED9C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97280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A5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0F9F2-0830-4574-943D-66993D84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29975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06CE8-B424-4544-B204-74CE987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734800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FCDE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FCDE1"/>
                </a:solidFill>
                <a:latin typeface="DejaVu Sans"/>
                <a:ea typeface="DejaVu Sans"/>
                <a:cs typeface="DejaVu Sans"/>
              </a:rPr>
              <a:t>[Lab infrastructure update]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24D02-0106-4DB0-8BDA-C91CCD5D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0734675"/>
            <a:ext cx="43815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E34"/>
          </a:solidFill>
          <a:ln xmlns:a="http://schemas.openxmlformats.org/drawingml/2006/main" w="19050">
            <a:solidFill>
              <a:srgbClr val="32405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D301F-B7EC-4002-B590-9768DF24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097280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2351F-1B14-495C-95C4-E6807A46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1229975"/>
            <a:ext cx="3867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DSA + Robotics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EB65A-DD25-403E-AA0D-6F3DC223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1734800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FCDE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FCDE1"/>
                </a:solidFill>
                <a:latin typeface="DejaVu Sans"/>
                <a:ea typeface="DejaVu Sans"/>
                <a:cs typeface="DejaVu Sans"/>
              </a:rPr>
              <a:t>[Insights or device automation update]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38576-2209-4254-A0AB-30E3CF5C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6B8D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6B8D4"/>
                </a:solidFill>
                <a:latin typeface="DejaVu Sans"/>
                <a:ea typeface="DejaVu Sans"/>
                <a:cs typeface="DejaVu Sans"/>
              </a:rPr>
              <a:t>[Release date]  •  [Link / QR destination]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36D939-0280-4315-BB9C-A296CD11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112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5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AEE5B7-D670-4297-BCA2-EDE06B06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B8D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A6B8D4"/>
                </a:solidFill>
                <a:latin typeface="DejaVu Sans"/>
                <a:ea typeface="DejaVu Sans"/>
                <a:cs typeface="DejaVu Sans"/>
              </a:rPr>
              <a:t>SOLUTION PRODUCT ENGINEERING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27DB99-2B6B-47BE-AD7A-A146A98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192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6B8D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6B8D4"/>
                </a:solidFill>
                <a:latin typeface="DejaVu Sans"/>
                <a:ea typeface="DejaVu Sans"/>
                <a:cs typeface="DejaVu Sans"/>
              </a:rPr>
              <a:t>TEMPLATE 02  /  RELEASE ANNOUNCEMENT</a:t>
            </a:r>
          </a:p>
        </p:txBody>
      </p:sp>
    </p:spTree>
    <p:extLst>
      <p:ext uri="{BB962C8B-B14F-4D97-AF65-F5344CB8AC3E}">
        <p14:creationId xmlns:p14="http://schemas.microsoft.com/office/powerpoint/2010/main" val="928305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6a8f243364e74"/>
          <a:srcRect xmlns:a="http://schemas.openxmlformats.org/drawingml/2006/main" l="0" t="48" r="0" b="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485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1F2DB-02A0-461D-81A5-F845EED3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485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D">
              <a:alpha val="2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5E73B-1A32-4A3B-BE6C-9A6C598D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2476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6D7E9"/>
              </a:gs>
              <a:gs pos="100000">
                <a:srgbClr val="AB3EEF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3CB8B-D0D4-4CEF-88C7-E71E9E72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131B44"/>
                </a:solidFill>
                <a:latin typeface="DejaVu Sans"/>
                <a:ea typeface="DejaVu Sans"/>
                <a:cs typeface="DejaVu Sans"/>
              </a:defRPr>
            </a:pPr>
            <a:r>
              <a:rPr sz="6750" b="1">
                <a:solidFill>
                  <a:srgbClr val="131B44"/>
                </a:solidFill>
                <a:latin typeface="DejaVu Sans"/>
                <a:ea typeface="DejaVu Sans"/>
                <a:cs typeface="DejaVu Sans"/>
              </a:rPr>
              <a:t>ZION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9F217-2C12-4DAF-9E73-7110BDD1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950A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950A9"/>
                </a:solidFill>
                <a:latin typeface="DejaVu Sans"/>
                <a:ea typeface="DejaVu Sans"/>
                <a:cs typeface="DejaVu Sans"/>
              </a:rPr>
              <a:t>AI is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26FBA-2766-493C-B11B-062D5E61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885825"/>
            <a:ext cx="27432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1C275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AE1AC-9422-46FC-B0BB-398AF975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33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RELEASE [VERSION]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02EB2-E8C7-4953-B49D-27555443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8953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21B3B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21B3B"/>
                </a:solidFill>
                <a:latin typeface="DejaVu Sans"/>
                <a:ea typeface="DejaVu Sans"/>
                <a:cs typeface="DejaVu Sans"/>
              </a:rPr>
              <a:t>What shipped in</a:t>
            </a:r>
          </a:p>
          <a:p xmlns:a="http://schemas.openxmlformats.org/drawingml/2006/main">
            <a:pPr algn="l">
              <a:defRPr sz="5400" b="1">
                <a:solidFill>
                  <a:srgbClr val="121B3B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21B3B"/>
                </a:solidFill>
                <a:latin typeface="DejaVu Sans"/>
                <a:ea typeface="DejaVu Sans"/>
                <a:cs typeface="DejaVu Sans"/>
              </a:rPr>
              <a:t>[month / year]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135F5-ADA1-47A6-9967-B5E0666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899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5D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06C9E-F10F-43EA-AC43-65F0F44C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8905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39486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394867"/>
                </a:solidFill>
                <a:latin typeface="DejaVu Sans"/>
                <a:ea typeface="DejaVu Sans"/>
                <a:cs typeface="DejaVu Sans"/>
              </a:rPr>
              <a:t>[One sentence release summary with a clear user benefit]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C8486-0B86-4286-95CE-AB48AA08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913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9A46D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9A46D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58CF5-8190-40AD-B5A6-A4CAC25E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9913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E4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1E42"/>
                </a:solidFill>
                <a:latin typeface="DejaVu Sans"/>
                <a:ea typeface="DejaVu Sans"/>
                <a:cs typeface="DejaVu Sans"/>
              </a:rPr>
              <a:t>ZION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DD3F8-702D-4DA3-8884-0839DCE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91350"/>
            <a:ext cx="487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97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A5975"/>
                </a:solidFill>
                <a:latin typeface="DejaVu Sans"/>
                <a:ea typeface="DejaVu Sans"/>
                <a:cs typeface="DejaVu Sans"/>
              </a:rPr>
              <a:t>[Review, AI, and workflow highlight]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ABE48-70C9-4797-A738-C5A11DE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34325"/>
            <a:ext cx="899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42E22-E3DC-4F11-BF83-ABDC27F9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5817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7EAE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7EA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7AA79-CB47-48A5-957B-4956E7B8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2581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E4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1E42"/>
                </a:solidFill>
                <a:latin typeface="DejaVu Sans"/>
                <a:ea typeface="DejaVu Sans"/>
                <a:cs typeface="DejaVu Sans"/>
              </a:rPr>
              <a:t>UT-Hub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8F36E-E4DA-4804-9D6E-708256B9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8258175"/>
            <a:ext cx="487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97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A5975"/>
                </a:solidFill>
                <a:latin typeface="DejaVu Sans"/>
                <a:ea typeface="DejaVu Sans"/>
                <a:cs typeface="DejaVu Sans"/>
              </a:rPr>
              <a:t>[Test execution highlight]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9C83C-CF36-4FE7-9EC9-68428068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201150"/>
            <a:ext cx="899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CBBA3-0CA9-497E-B777-688CF206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9662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C9662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5A5B3-5F25-479D-865B-8529001C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5250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E4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1E42"/>
                </a:solidFill>
                <a:latin typeface="DejaVu Sans"/>
                <a:ea typeface="DejaVu Sans"/>
                <a:cs typeface="DejaVu Sans"/>
              </a:rPr>
              <a:t>LaaS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3B678-39FE-406D-9153-2CF7BA86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9525000"/>
            <a:ext cx="487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97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A5975"/>
                </a:solidFill>
                <a:latin typeface="DejaVu Sans"/>
                <a:ea typeface="DejaVu Sans"/>
                <a:cs typeface="DejaVu Sans"/>
              </a:rPr>
              <a:t>[Provisioning highlight]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19B61-EA2F-4CD6-9F0B-0A04708B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67975"/>
            <a:ext cx="899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870A0-0606-4076-9B04-6A33DC5E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7918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2627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52627B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3A76C3-5280-439D-88DC-A71AB6CB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7918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E4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1E42"/>
                </a:solidFill>
                <a:latin typeface="DejaVu Sans"/>
                <a:ea typeface="DejaVu Sans"/>
                <a:cs typeface="DejaVu Sans"/>
              </a:rPr>
              <a:t>DSA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0BA42D-59AB-4C4A-A64E-F7E3ACAC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0791825"/>
            <a:ext cx="487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97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A5975"/>
                </a:solidFill>
                <a:latin typeface="DejaVu Sans"/>
                <a:ea typeface="DejaVu Sans"/>
                <a:cs typeface="DejaVu Sans"/>
              </a:rPr>
              <a:t>[Analytics highlight]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4DC758-DEB9-4113-BEF4-6C3950CF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34800"/>
            <a:ext cx="899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73BA1F-C356-4B39-864C-23440429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586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6ED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3D6ED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AF99A-DA55-4DEE-9594-D91F7939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05865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E4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51E42"/>
                </a:solidFill>
                <a:latin typeface="DejaVu Sans"/>
                <a:ea typeface="DejaVu Sans"/>
                <a:cs typeface="DejaVu Sans"/>
              </a:rPr>
              <a:t>Robotics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4E719-57A8-4A7D-8A58-EA92337C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058650"/>
            <a:ext cx="4876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97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A5975"/>
                </a:solidFill>
                <a:latin typeface="DejaVu Sans"/>
                <a:ea typeface="DejaVu Sans"/>
                <a:cs typeface="DejaVu Sans"/>
              </a:rPr>
              <a:t>[Device automation highlight]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C6231-341C-4590-B154-F698BC1E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01625"/>
            <a:ext cx="899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13EFE4-1A5A-4D26-A389-C0FB816A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9775"/>
            <a:ext cx="89916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2EDF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DDCE72-DA42-4B70-A88D-02BF8CB4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35350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447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84476"/>
                </a:solidFill>
                <a:latin typeface="DejaVu Sans"/>
                <a:ea typeface="DejaVu Sans"/>
                <a:cs typeface="DejaVu Sans"/>
              </a:rPr>
              <a:t>READ THE RELEASE NOTES     [URL / QR DESTINATION]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98EBCD-33AA-4847-A99F-5736E14C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112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E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5BB23E-BE2E-43D9-8AF8-B2BB7B23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4678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546782"/>
                </a:solidFill>
                <a:latin typeface="DejaVu Sans"/>
                <a:ea typeface="DejaVu Sans"/>
                <a:cs typeface="DejaVu Sans"/>
              </a:rPr>
              <a:t>SOLUTION PRODUCT ENGINEERING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C45DDF-B852-4A7D-82A2-49D37C85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192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467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46782"/>
                </a:solidFill>
                <a:latin typeface="DejaVu Sans"/>
                <a:ea typeface="DejaVu Sans"/>
                <a:cs typeface="DejaVu Sans"/>
              </a:rPr>
              <a:t>TEMPLATE 03  /  RELEASE ANNOUNCEMENT</a:t>
            </a:r>
          </a:p>
        </p:txBody>
      </p:sp>
    </p:spTree>
    <p:extLst>
      <p:ext uri="{BB962C8B-B14F-4D97-AF65-F5344CB8AC3E}">
        <p14:creationId xmlns:p14="http://schemas.microsoft.com/office/powerpoint/2010/main" val="1734397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9dbf7bd634824"/>
          <a:srcRect xmlns:a="http://schemas.openxmlformats.org/drawingml/2006/main" l="0" t="210" r="0" b="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4859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96BCE-BECE-4648-8997-665A833F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6191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A27">
                  <a:alpha val="80000"/>
                </a:srgbClr>
              </a:gs>
              <a:gs pos="65000">
                <a:srgbClr val="07345B">
                  <a:alpha val="63000"/>
                </a:srgbClr>
              </a:gs>
              <a:gs pos="100000">
                <a:srgbClr val="194C75">
                  <a:alpha val="44000"/>
                </a:srgbClr>
              </a:gs>
            </a:gsLst>
            <a:lin ang="66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6D985-2E1B-4196-B3B4-FB6BAB6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1250"/>
            <a:ext cx="10287000" cy="866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924">
              <a:alpha val="67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DC346-7215-46FB-98E0-D9D6A27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ZION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72314-54F4-4A77-B0F6-CE089389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1334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AI is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C07F7-5418-4BBC-BE71-96CA153B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771525"/>
            <a:ext cx="3228975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0F60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17D84-25C3-4D31-B736-3A5CEE5C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819150"/>
            <a:ext cx="2962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FA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D8FAFF"/>
                </a:solidFill>
                <a:latin typeface="DejaVu Sans"/>
                <a:ea typeface="DejaVu Sans"/>
                <a:cs typeface="DejaVu Sans"/>
              </a:rPr>
              <a:t>RELEASE [VERSION]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CE048-E044-4CC5-A3CB-ADD780AA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895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[Release name]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2861C-E9F7-4C1D-8C55-F8C8F35C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8724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B7E0EE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B7E0EE"/>
                </a:solidFill>
                <a:latin typeface="DejaVu Sans"/>
                <a:ea typeface="DejaVu Sans"/>
                <a:cs typeface="DejaVu Sans"/>
              </a:rPr>
              <a:t>[Short statement on the release outcome]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16A55-743B-4B4D-8E7A-FC0F5E0D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720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4E4E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E4E8"/>
                </a:solidFill>
                <a:latin typeface="DejaVu Sans"/>
                <a:ea typeface="DejaVu Sans"/>
                <a:cs typeface="DejaVu Sans"/>
              </a:rPr>
              <a:t>AVAILABLE [DATE]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F670D-257A-4FAE-A7A2-F996E9C1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05600"/>
            <a:ext cx="899160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D38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F63FD-BCD7-4EE8-85E0-256143D8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199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DE5E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7DE5E6"/>
                </a:solidFill>
                <a:latin typeface="DejaVu Sans"/>
                <a:ea typeface="DejaVu Sans"/>
                <a:cs typeface="DejaVu Sans"/>
              </a:rPr>
              <a:t>FIVE AREAS UPDATED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B3AD0-4A7C-4864-A11F-6BDAEB06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86675"/>
            <a:ext cx="89916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B26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A4F9C-271D-4509-965E-44FDB316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8486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9D3D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9D3D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3D585-CB19-4D29-A529-FE9124F6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8295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ZION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6DE6B-B2A9-49E8-B99E-55007500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78009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CDD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8CDDA"/>
                </a:solidFill>
                <a:latin typeface="DejaVu Sans"/>
                <a:ea typeface="DejaVu Sans"/>
                <a:cs typeface="DejaVu Sans"/>
              </a:rPr>
              <a:t>[What changed for code review or AI workflows]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F02FC-C47B-4626-8271-420A4F76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91575"/>
            <a:ext cx="89916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02D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FE3F0-7BCD-47AA-8738-11A5F424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89535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9D3D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9D3D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CDED1-3C98-4A64-A595-5A21AF9D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89344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UT-Hub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D251A-AB98-4547-B494-A9262A77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89058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CDD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8CDDA"/>
                </a:solidFill>
                <a:latin typeface="DejaVu Sans"/>
                <a:ea typeface="DejaVu Sans"/>
                <a:cs typeface="DejaVu Sans"/>
              </a:rPr>
              <a:t>[What changed for execution]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1948C-8331-4B8C-862C-32464AA5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896475"/>
            <a:ext cx="89916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B263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C9DF8-D917-4250-B9AD-7CECE6CF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00584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9D3D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9D3D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609F8-2CD6-4554-9DC6-90072094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0039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83AA35-8C01-44C9-9F84-9DF1426F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00107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CDD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8CDDA"/>
                </a:solidFill>
                <a:latin typeface="DejaVu Sans"/>
                <a:ea typeface="DejaVu Sans"/>
                <a:cs typeface="DejaVu Sans"/>
              </a:rPr>
              <a:t>[What changed for lab operations]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6087C4-50FD-4CFC-84A3-9375DC78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01375"/>
            <a:ext cx="89916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02D3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8E9CE7-805A-4707-8DDC-54CB7E54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11633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9D3D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9D3D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192761-3EBE-4A5D-B9FB-8858241E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11442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DSA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B5171-FC71-4261-891B-315663EB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11156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CDD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8CDDA"/>
                </a:solidFill>
                <a:latin typeface="DejaVu Sans"/>
                <a:ea typeface="DejaVu Sans"/>
                <a:cs typeface="DejaVu Sans"/>
              </a:rPr>
              <a:t>[What changed for insights]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CFB43-5BFF-46D7-BB38-9C28B2F0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06275"/>
            <a:ext cx="89916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B263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98A913-FFD4-4F25-98DC-F6B2D6A2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2268200"/>
            <a:ext cx="80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9D3D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9D3D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AFA513-2CE0-4F6E-8C3B-75708B05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2491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Robotics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1ED81F-BB9E-49B5-9640-A83640FE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22205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CDD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8CDDA"/>
                </a:solidFill>
                <a:latin typeface="DejaVu Sans"/>
                <a:ea typeface="DejaVu Sans"/>
                <a:cs typeface="DejaVu Sans"/>
              </a:rPr>
              <a:t>[What changed for device handling]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4B739-0769-4F9A-9E80-E94012DF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9775"/>
            <a:ext cx="895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5CFD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5CFD8"/>
                </a:solidFill>
                <a:latin typeface="DejaVu Sans"/>
                <a:ea typeface="DejaVu Sans"/>
                <a:cs typeface="DejaVu Sans"/>
              </a:rPr>
              <a:t>[Release notes / contact]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F6C3B3-5B0E-4B3B-AFE1-BB4B9036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112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515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3BA509-5DF6-4D03-8BA3-842C1940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ACBD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AACBD2"/>
                </a:solidFill>
                <a:latin typeface="DejaVu Sans"/>
                <a:ea typeface="DejaVu Sans"/>
                <a:cs typeface="DejaVu Sans"/>
              </a:rPr>
              <a:t>SOLUTION PRODUCT ENGINEERING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E3C7E5-DD71-40CB-9586-B1E3616F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192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ACBD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ACBD2"/>
                </a:solidFill>
                <a:latin typeface="DejaVu Sans"/>
                <a:ea typeface="DejaVu Sans"/>
                <a:cs typeface="DejaVu Sans"/>
              </a:rPr>
              <a:t>TEMPLATE 04  /  RELEASE ANNOUNCEMENT</a:t>
            </a:r>
          </a:p>
        </p:txBody>
      </p:sp>
    </p:spTree>
    <p:extLst>
      <p:ext uri="{BB962C8B-B14F-4D97-AF65-F5344CB8AC3E}">
        <p14:creationId xmlns:p14="http://schemas.microsoft.com/office/powerpoint/2010/main" val="1464739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2026-09-29T03:22:40.5420000Z</dcterms:created>
  <dcterms:modified xsi:type="dcterms:W3CDTF">2026-09-29T03:22:40.5420000Z</dcterms:modified>
</coreProperties>
</file>